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Space Mono"/>
      <p:regular r:id="rId32"/>
      <p:bold r:id="rId33"/>
      <p:italic r:id="rId34"/>
      <p:boldItalic r:id="rId35"/>
    </p:embeddedFont>
    <p:embeddedFont>
      <p:font typeface="Space Grotesk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SpaceMono-bold.fntdata"/><Relationship Id="rId10" Type="http://schemas.openxmlformats.org/officeDocument/2006/relationships/slide" Target="slides/slide4.xml"/><Relationship Id="rId32" Type="http://schemas.openxmlformats.org/officeDocument/2006/relationships/font" Target="fonts/SpaceMono-regular.fntdata"/><Relationship Id="rId13" Type="http://schemas.openxmlformats.org/officeDocument/2006/relationships/slide" Target="slides/slide7.xml"/><Relationship Id="rId35" Type="http://schemas.openxmlformats.org/officeDocument/2006/relationships/font" Target="fonts/SpaceMono-boldItalic.fntdata"/><Relationship Id="rId12" Type="http://schemas.openxmlformats.org/officeDocument/2006/relationships/slide" Target="slides/slide6.xml"/><Relationship Id="rId34" Type="http://schemas.openxmlformats.org/officeDocument/2006/relationships/font" Target="fonts/SpaceMono-italic.fntdata"/><Relationship Id="rId15" Type="http://schemas.openxmlformats.org/officeDocument/2006/relationships/slide" Target="slides/slide9.xml"/><Relationship Id="rId37" Type="http://schemas.openxmlformats.org/officeDocument/2006/relationships/font" Target="fonts/SpaceGrotesk-bold.fntdata"/><Relationship Id="rId14" Type="http://schemas.openxmlformats.org/officeDocument/2006/relationships/slide" Target="slides/slide8.xml"/><Relationship Id="rId36" Type="http://schemas.openxmlformats.org/officeDocument/2006/relationships/font" Target="fonts/SpaceGrotesk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SLIDES_API165825726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SLIDES_API165825726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SLIDES_API165825726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SLIDES_API165825726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SLIDES_API165825726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SLIDES_API165825726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SLIDES_API165825726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SLIDES_API165825726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SLIDES_API165825726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SLIDES_API165825726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SLIDES_API165825726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SLIDES_API165825726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SLIDES_API165825726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SLIDES_API165825726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SLIDES_API165825726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SLIDES_API165825726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SLIDES_API165825726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SLIDES_API165825726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SLIDES_API165825726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SLIDES_API165825726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SLIDES_API165825726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SLIDES_API165825726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SLIDES_API165825726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SLIDES_API165825726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SLIDES_API24749186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SLIDES_API24749186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SLIDES_API12172472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SLIDES_API12172472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SLIDES_API121724721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SLIDES_API121724721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SLIDES_API121724721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SLIDES_API121724721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SLIDES_API121724721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SLIDES_API121724721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SLIDES_API121724721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SLIDES_API121724721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SLIDES_API1217247216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SLIDES_API1217247216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SLIDES_API121724721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SLIDES_API121724721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SLIDES_API121724721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0" name="Google Shape;1720;SLIDES_API121724721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SLIDES_API1217247216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SLIDES_API1217247216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SLIDES_API1217247216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SLIDES_API1217247216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SLIDES_API121724721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SLIDES_API121724721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SLIDES_API1217247216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SLIDES_API1217247216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375200" y="604713"/>
            <a:ext cx="6393600" cy="5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 flipH="1">
            <a:off x="-1848153" y="-1477576"/>
            <a:ext cx="3385854" cy="3339408"/>
            <a:chOff x="2578075" y="-36175"/>
            <a:chExt cx="3666725" cy="4182625"/>
          </a:xfrm>
        </p:grpSpPr>
        <p:sp>
          <p:nvSpPr>
            <p:cNvPr id="58" name="Google Shape;58;p14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 flipH="1">
            <a:off x="-2244084" y="-1240831"/>
            <a:ext cx="4121480" cy="2847094"/>
            <a:chOff x="2210200" y="260350"/>
            <a:chExt cx="4463375" cy="3566000"/>
          </a:xfrm>
        </p:grpSpPr>
        <p:sp>
          <p:nvSpPr>
            <p:cNvPr id="76" name="Google Shape;76;p14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4"/>
          <p:cNvGrpSpPr/>
          <p:nvPr/>
        </p:nvGrpSpPr>
        <p:grpSpPr>
          <a:xfrm flipH="1">
            <a:off x="7260887" y="3720550"/>
            <a:ext cx="3726025" cy="3339202"/>
            <a:chOff x="2210200" y="260350"/>
            <a:chExt cx="4463375" cy="3566000"/>
          </a:xfrm>
        </p:grpSpPr>
        <p:sp>
          <p:nvSpPr>
            <p:cNvPr id="94" name="Google Shape;94;p14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1375200" y="1430477"/>
            <a:ext cx="6393600" cy="31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114" name="Google Shape;114;p15"/>
          <p:cNvSpPr/>
          <p:nvPr>
            <p:ph idx="2" type="pic"/>
          </p:nvPr>
        </p:nvSpPr>
        <p:spPr>
          <a:xfrm>
            <a:off x="363600" y="345600"/>
            <a:ext cx="3574800" cy="44568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5" name="Google Shape;115;p15"/>
          <p:cNvGrpSpPr/>
          <p:nvPr/>
        </p:nvGrpSpPr>
        <p:grpSpPr>
          <a:xfrm rot="-1414447">
            <a:off x="7638753" y="3956219"/>
            <a:ext cx="1925014" cy="1722831"/>
            <a:chOff x="2325500" y="1679650"/>
            <a:chExt cx="2947475" cy="2626025"/>
          </a:xfrm>
        </p:grpSpPr>
        <p:sp>
          <p:nvSpPr>
            <p:cNvPr id="116" name="Google Shape;116;p15"/>
            <p:cNvSpPr/>
            <p:nvPr/>
          </p:nvSpPr>
          <p:spPr>
            <a:xfrm>
              <a:off x="2345350" y="2063725"/>
              <a:ext cx="2927625" cy="2213450"/>
            </a:xfrm>
            <a:custGeom>
              <a:rect b="b" l="l" r="r" t="t"/>
              <a:pathLst>
                <a:path extrusionOk="0" h="88538" w="117105">
                  <a:moveTo>
                    <a:pt x="56804" y="226"/>
                  </a:moveTo>
                  <a:cubicBezTo>
                    <a:pt x="58815" y="226"/>
                    <a:pt x="60748" y="595"/>
                    <a:pt x="62659" y="1321"/>
                  </a:cubicBezTo>
                  <a:cubicBezTo>
                    <a:pt x="68044" y="3366"/>
                    <a:pt x="72334" y="7925"/>
                    <a:pt x="76871" y="12762"/>
                  </a:cubicBezTo>
                  <a:cubicBezTo>
                    <a:pt x="81630" y="17813"/>
                    <a:pt x="86546" y="23042"/>
                    <a:pt x="92826" y="25109"/>
                  </a:cubicBezTo>
                  <a:cubicBezTo>
                    <a:pt x="101842" y="28069"/>
                    <a:pt x="108356" y="32047"/>
                    <a:pt x="112189" y="36952"/>
                  </a:cubicBezTo>
                  <a:cubicBezTo>
                    <a:pt x="115596" y="41298"/>
                    <a:pt x="116859" y="46304"/>
                    <a:pt x="115932" y="51801"/>
                  </a:cubicBezTo>
                  <a:cubicBezTo>
                    <a:pt x="114490" y="60270"/>
                    <a:pt x="107909" y="69443"/>
                    <a:pt x="97865" y="76951"/>
                  </a:cubicBezTo>
                  <a:cubicBezTo>
                    <a:pt x="88334" y="84091"/>
                    <a:pt x="77485" y="88314"/>
                    <a:pt x="68726" y="88314"/>
                  </a:cubicBezTo>
                  <a:cubicBezTo>
                    <a:pt x="68569" y="88314"/>
                    <a:pt x="68413" y="88303"/>
                    <a:pt x="68256" y="88303"/>
                  </a:cubicBezTo>
                  <a:cubicBezTo>
                    <a:pt x="61072" y="88180"/>
                    <a:pt x="52111" y="85141"/>
                    <a:pt x="50268" y="71354"/>
                  </a:cubicBezTo>
                  <a:cubicBezTo>
                    <a:pt x="48603" y="58818"/>
                    <a:pt x="36156" y="57421"/>
                    <a:pt x="24112" y="56069"/>
                  </a:cubicBezTo>
                  <a:cubicBezTo>
                    <a:pt x="11832" y="54695"/>
                    <a:pt x="235" y="53399"/>
                    <a:pt x="235" y="40796"/>
                  </a:cubicBezTo>
                  <a:cubicBezTo>
                    <a:pt x="235" y="23902"/>
                    <a:pt x="9553" y="20293"/>
                    <a:pt x="22447" y="15299"/>
                  </a:cubicBezTo>
                  <a:cubicBezTo>
                    <a:pt x="28592" y="12919"/>
                    <a:pt x="35553" y="10215"/>
                    <a:pt x="42435" y="5556"/>
                  </a:cubicBezTo>
                  <a:cubicBezTo>
                    <a:pt x="47731" y="1980"/>
                    <a:pt x="52413" y="226"/>
                    <a:pt x="56804" y="226"/>
                  </a:cubicBezTo>
                  <a:close/>
                  <a:moveTo>
                    <a:pt x="56866" y="0"/>
                  </a:moveTo>
                  <a:cubicBezTo>
                    <a:pt x="55822" y="0"/>
                    <a:pt x="54761" y="98"/>
                    <a:pt x="53675" y="293"/>
                  </a:cubicBezTo>
                  <a:cubicBezTo>
                    <a:pt x="50122" y="930"/>
                    <a:pt x="46413" y="2595"/>
                    <a:pt x="42301" y="5366"/>
                  </a:cubicBezTo>
                  <a:cubicBezTo>
                    <a:pt x="35441" y="10003"/>
                    <a:pt x="28491" y="12695"/>
                    <a:pt x="22357" y="15075"/>
                  </a:cubicBezTo>
                  <a:cubicBezTo>
                    <a:pt x="15967" y="17556"/>
                    <a:pt x="10436" y="19701"/>
                    <a:pt x="6436" y="23377"/>
                  </a:cubicBezTo>
                  <a:cubicBezTo>
                    <a:pt x="2045" y="27421"/>
                    <a:pt x="0" y="32952"/>
                    <a:pt x="0" y="40796"/>
                  </a:cubicBezTo>
                  <a:cubicBezTo>
                    <a:pt x="0" y="46561"/>
                    <a:pt x="2458" y="50505"/>
                    <a:pt x="7497" y="52851"/>
                  </a:cubicBezTo>
                  <a:cubicBezTo>
                    <a:pt x="11989" y="54952"/>
                    <a:pt x="17866" y="55611"/>
                    <a:pt x="24089" y="56304"/>
                  </a:cubicBezTo>
                  <a:cubicBezTo>
                    <a:pt x="36033" y="57644"/>
                    <a:pt x="48391" y="59030"/>
                    <a:pt x="50044" y="71376"/>
                  </a:cubicBezTo>
                  <a:cubicBezTo>
                    <a:pt x="50804" y="77130"/>
                    <a:pt x="52905" y="81510"/>
                    <a:pt x="56279" y="84426"/>
                  </a:cubicBezTo>
                  <a:cubicBezTo>
                    <a:pt x="59340" y="87074"/>
                    <a:pt x="63362" y="88460"/>
                    <a:pt x="68256" y="88538"/>
                  </a:cubicBezTo>
                  <a:lnTo>
                    <a:pt x="68726" y="88538"/>
                  </a:lnTo>
                  <a:cubicBezTo>
                    <a:pt x="77530" y="88538"/>
                    <a:pt x="88435" y="84303"/>
                    <a:pt x="98010" y="77141"/>
                  </a:cubicBezTo>
                  <a:cubicBezTo>
                    <a:pt x="108099" y="69588"/>
                    <a:pt x="114714" y="60371"/>
                    <a:pt x="116155" y="51846"/>
                  </a:cubicBezTo>
                  <a:cubicBezTo>
                    <a:pt x="117105" y="46270"/>
                    <a:pt x="115831" y="41209"/>
                    <a:pt x="112379" y="36807"/>
                  </a:cubicBezTo>
                  <a:cubicBezTo>
                    <a:pt x="108513" y="31868"/>
                    <a:pt x="101954" y="27857"/>
                    <a:pt x="92904" y="24885"/>
                  </a:cubicBezTo>
                  <a:cubicBezTo>
                    <a:pt x="86669" y="22841"/>
                    <a:pt x="81776" y="17634"/>
                    <a:pt x="77049" y="12595"/>
                  </a:cubicBezTo>
                  <a:cubicBezTo>
                    <a:pt x="72480" y="7746"/>
                    <a:pt x="68178" y="3165"/>
                    <a:pt x="62737" y="1098"/>
                  </a:cubicBezTo>
                  <a:cubicBezTo>
                    <a:pt x="60811" y="363"/>
                    <a:pt x="58871" y="0"/>
                    <a:pt x="568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2342550" y="2066800"/>
              <a:ext cx="2915350" cy="2208150"/>
            </a:xfrm>
            <a:custGeom>
              <a:rect b="b" l="l" r="r" t="t"/>
              <a:pathLst>
                <a:path extrusionOk="0" h="88326" w="116614">
                  <a:moveTo>
                    <a:pt x="57218" y="204"/>
                  </a:moveTo>
                  <a:cubicBezTo>
                    <a:pt x="59452" y="204"/>
                    <a:pt x="61609" y="617"/>
                    <a:pt x="63743" y="1411"/>
                  </a:cubicBezTo>
                  <a:cubicBezTo>
                    <a:pt x="69173" y="3466"/>
                    <a:pt x="73754" y="7980"/>
                    <a:pt x="78167" y="12338"/>
                  </a:cubicBezTo>
                  <a:cubicBezTo>
                    <a:pt x="82781" y="16885"/>
                    <a:pt x="87552" y="21589"/>
                    <a:pt x="93441" y="23757"/>
                  </a:cubicBezTo>
                  <a:cubicBezTo>
                    <a:pt x="113988" y="31332"/>
                    <a:pt x="116613" y="42907"/>
                    <a:pt x="115206" y="51287"/>
                  </a:cubicBezTo>
                  <a:cubicBezTo>
                    <a:pt x="113775" y="59745"/>
                    <a:pt x="107519" y="68873"/>
                    <a:pt x="98044" y="76337"/>
                  </a:cubicBezTo>
                  <a:cubicBezTo>
                    <a:pt x="88904" y="83532"/>
                    <a:pt x="78256" y="87923"/>
                    <a:pt x="69553" y="88091"/>
                  </a:cubicBezTo>
                  <a:cubicBezTo>
                    <a:pt x="69384" y="88094"/>
                    <a:pt x="69214" y="88096"/>
                    <a:pt x="69043" y="88096"/>
                  </a:cubicBezTo>
                  <a:cubicBezTo>
                    <a:pt x="61908" y="88096"/>
                    <a:pt x="53086" y="85277"/>
                    <a:pt x="50402" y="72281"/>
                  </a:cubicBezTo>
                  <a:cubicBezTo>
                    <a:pt x="47989" y="60605"/>
                    <a:pt x="35777" y="58203"/>
                    <a:pt x="23978" y="55879"/>
                  </a:cubicBezTo>
                  <a:cubicBezTo>
                    <a:pt x="11777" y="53477"/>
                    <a:pt x="246" y="51209"/>
                    <a:pt x="950" y="38829"/>
                  </a:cubicBezTo>
                  <a:cubicBezTo>
                    <a:pt x="1911" y="21667"/>
                    <a:pt x="12447" y="17656"/>
                    <a:pt x="25788" y="12572"/>
                  </a:cubicBezTo>
                  <a:cubicBezTo>
                    <a:pt x="31251" y="10494"/>
                    <a:pt x="37441" y="8148"/>
                    <a:pt x="43497" y="4617"/>
                  </a:cubicBezTo>
                  <a:cubicBezTo>
                    <a:pt x="48503" y="1668"/>
                    <a:pt x="52994" y="204"/>
                    <a:pt x="57218" y="204"/>
                  </a:cubicBezTo>
                  <a:close/>
                  <a:moveTo>
                    <a:pt x="57282" y="0"/>
                  </a:moveTo>
                  <a:cubicBezTo>
                    <a:pt x="52971" y="0"/>
                    <a:pt x="48370" y="1463"/>
                    <a:pt x="43374" y="4405"/>
                  </a:cubicBezTo>
                  <a:cubicBezTo>
                    <a:pt x="37341" y="7924"/>
                    <a:pt x="31162" y="10282"/>
                    <a:pt x="25710" y="12349"/>
                  </a:cubicBezTo>
                  <a:cubicBezTo>
                    <a:pt x="12291" y="17466"/>
                    <a:pt x="1688" y="21500"/>
                    <a:pt x="716" y="38818"/>
                  </a:cubicBezTo>
                  <a:cubicBezTo>
                    <a:pt x="1" y="51399"/>
                    <a:pt x="11632" y="53689"/>
                    <a:pt x="23933" y="56114"/>
                  </a:cubicBezTo>
                  <a:cubicBezTo>
                    <a:pt x="35665" y="58426"/>
                    <a:pt x="47788" y="60806"/>
                    <a:pt x="50179" y="72337"/>
                  </a:cubicBezTo>
                  <a:cubicBezTo>
                    <a:pt x="51318" y="77868"/>
                    <a:pt x="53709" y="82046"/>
                    <a:pt x="57285" y="84750"/>
                  </a:cubicBezTo>
                  <a:cubicBezTo>
                    <a:pt x="60413" y="87130"/>
                    <a:pt x="64368" y="88326"/>
                    <a:pt x="69050" y="88326"/>
                  </a:cubicBezTo>
                  <a:cubicBezTo>
                    <a:pt x="69217" y="88326"/>
                    <a:pt x="69385" y="88326"/>
                    <a:pt x="69553" y="88314"/>
                  </a:cubicBezTo>
                  <a:cubicBezTo>
                    <a:pt x="78301" y="88158"/>
                    <a:pt x="89005" y="83745"/>
                    <a:pt x="98189" y="76516"/>
                  </a:cubicBezTo>
                  <a:cubicBezTo>
                    <a:pt x="107708" y="69019"/>
                    <a:pt x="113988" y="59834"/>
                    <a:pt x="115429" y="51320"/>
                  </a:cubicBezTo>
                  <a:cubicBezTo>
                    <a:pt x="116390" y="45667"/>
                    <a:pt x="115217" y="40505"/>
                    <a:pt x="111965" y="35969"/>
                  </a:cubicBezTo>
                  <a:cubicBezTo>
                    <a:pt x="108334" y="30885"/>
                    <a:pt x="102122" y="26706"/>
                    <a:pt x="93519" y="23533"/>
                  </a:cubicBezTo>
                  <a:cubicBezTo>
                    <a:pt x="87675" y="21377"/>
                    <a:pt x="82927" y="16695"/>
                    <a:pt x="78335" y="12170"/>
                  </a:cubicBezTo>
                  <a:cubicBezTo>
                    <a:pt x="73899" y="7790"/>
                    <a:pt x="69307" y="3265"/>
                    <a:pt x="63821" y="1198"/>
                  </a:cubicBezTo>
                  <a:cubicBezTo>
                    <a:pt x="61711" y="400"/>
                    <a:pt x="59536" y="0"/>
                    <a:pt x="57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2339200" y="2070125"/>
              <a:ext cx="2898025" cy="2203150"/>
            </a:xfrm>
            <a:custGeom>
              <a:rect b="b" l="l" r="r" t="t"/>
              <a:pathLst>
                <a:path extrusionOk="0" h="88126" w="115921">
                  <a:moveTo>
                    <a:pt x="57609" y="194"/>
                  </a:moveTo>
                  <a:cubicBezTo>
                    <a:pt x="66648" y="194"/>
                    <a:pt x="73005" y="5959"/>
                    <a:pt x="79608" y="11970"/>
                  </a:cubicBezTo>
                  <a:cubicBezTo>
                    <a:pt x="84033" y="15981"/>
                    <a:pt x="88603" y="20138"/>
                    <a:pt x="94077" y="22395"/>
                  </a:cubicBezTo>
                  <a:cubicBezTo>
                    <a:pt x="113552" y="30428"/>
                    <a:pt x="115921" y="42249"/>
                    <a:pt x="114490" y="50752"/>
                  </a:cubicBezTo>
                  <a:cubicBezTo>
                    <a:pt x="113071" y="59176"/>
                    <a:pt x="107161" y="68260"/>
                    <a:pt x="98267" y="75668"/>
                  </a:cubicBezTo>
                  <a:cubicBezTo>
                    <a:pt x="89697" y="82807"/>
                    <a:pt x="79485" y="87366"/>
                    <a:pt x="70949" y="87846"/>
                  </a:cubicBezTo>
                  <a:cubicBezTo>
                    <a:pt x="70431" y="87875"/>
                    <a:pt x="69921" y="87890"/>
                    <a:pt x="69418" y="87890"/>
                  </a:cubicBezTo>
                  <a:cubicBezTo>
                    <a:pt x="59972" y="87890"/>
                    <a:pt x="53306" y="82726"/>
                    <a:pt x="50558" y="73209"/>
                  </a:cubicBezTo>
                  <a:cubicBezTo>
                    <a:pt x="47452" y="62472"/>
                    <a:pt x="35598" y="59109"/>
                    <a:pt x="24134" y="55858"/>
                  </a:cubicBezTo>
                  <a:cubicBezTo>
                    <a:pt x="11855" y="52383"/>
                    <a:pt x="257" y="49087"/>
                    <a:pt x="1688" y="36852"/>
                  </a:cubicBezTo>
                  <a:cubicBezTo>
                    <a:pt x="3721" y="19233"/>
                    <a:pt x="15185" y="15043"/>
                    <a:pt x="29698" y="9736"/>
                  </a:cubicBezTo>
                  <a:cubicBezTo>
                    <a:pt x="34525" y="7970"/>
                    <a:pt x="39519" y="6138"/>
                    <a:pt x="44570" y="3657"/>
                  </a:cubicBezTo>
                  <a:cubicBezTo>
                    <a:pt x="49542" y="1211"/>
                    <a:pt x="53810" y="194"/>
                    <a:pt x="57609" y="194"/>
                  </a:cubicBezTo>
                  <a:close/>
                  <a:moveTo>
                    <a:pt x="57573" y="0"/>
                  </a:moveTo>
                  <a:cubicBezTo>
                    <a:pt x="53475" y="0"/>
                    <a:pt x="49136" y="1144"/>
                    <a:pt x="44458" y="3445"/>
                  </a:cubicBezTo>
                  <a:cubicBezTo>
                    <a:pt x="39430" y="5926"/>
                    <a:pt x="34447" y="7747"/>
                    <a:pt x="29620" y="9512"/>
                  </a:cubicBezTo>
                  <a:cubicBezTo>
                    <a:pt x="22603" y="12082"/>
                    <a:pt x="15967" y="14506"/>
                    <a:pt x="10972" y="18462"/>
                  </a:cubicBezTo>
                  <a:cubicBezTo>
                    <a:pt x="5419" y="22853"/>
                    <a:pt x="2391" y="28685"/>
                    <a:pt x="1453" y="36830"/>
                  </a:cubicBezTo>
                  <a:cubicBezTo>
                    <a:pt x="0" y="49255"/>
                    <a:pt x="11687" y="52573"/>
                    <a:pt x="24067" y="56081"/>
                  </a:cubicBezTo>
                  <a:cubicBezTo>
                    <a:pt x="35475" y="59321"/>
                    <a:pt x="47262" y="62662"/>
                    <a:pt x="50335" y="73277"/>
                  </a:cubicBezTo>
                  <a:cubicBezTo>
                    <a:pt x="51866" y="78617"/>
                    <a:pt x="54570" y="82584"/>
                    <a:pt x="58357" y="85086"/>
                  </a:cubicBezTo>
                  <a:cubicBezTo>
                    <a:pt x="61419" y="87109"/>
                    <a:pt x="65117" y="88125"/>
                    <a:pt x="69374" y="88125"/>
                  </a:cubicBezTo>
                  <a:cubicBezTo>
                    <a:pt x="69888" y="88125"/>
                    <a:pt x="70424" y="88114"/>
                    <a:pt x="70960" y="88081"/>
                  </a:cubicBezTo>
                  <a:cubicBezTo>
                    <a:pt x="79541" y="87589"/>
                    <a:pt x="89809" y="83019"/>
                    <a:pt x="98412" y="75846"/>
                  </a:cubicBezTo>
                  <a:cubicBezTo>
                    <a:pt x="107351" y="68405"/>
                    <a:pt x="113295" y="59277"/>
                    <a:pt x="114725" y="50785"/>
                  </a:cubicBezTo>
                  <a:cubicBezTo>
                    <a:pt x="115686" y="45053"/>
                    <a:pt x="114636" y="39780"/>
                    <a:pt x="111574" y="35109"/>
                  </a:cubicBezTo>
                  <a:cubicBezTo>
                    <a:pt x="108166" y="29892"/>
                    <a:pt x="102312" y="25534"/>
                    <a:pt x="94167" y="22182"/>
                  </a:cubicBezTo>
                  <a:cubicBezTo>
                    <a:pt x="88737" y="19948"/>
                    <a:pt x="84178" y="15802"/>
                    <a:pt x="79765" y="11791"/>
                  </a:cubicBezTo>
                  <a:cubicBezTo>
                    <a:pt x="75240" y="7680"/>
                    <a:pt x="70569" y="3434"/>
                    <a:pt x="65016" y="1345"/>
                  </a:cubicBezTo>
                  <a:cubicBezTo>
                    <a:pt x="62614" y="449"/>
                    <a:pt x="60141" y="0"/>
                    <a:pt x="57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2334450" y="2072125"/>
              <a:ext cx="2882100" cy="2200300"/>
            </a:xfrm>
            <a:custGeom>
              <a:rect b="b" l="l" r="r" t="t"/>
              <a:pathLst>
                <a:path extrusionOk="0" h="88012" w="115284">
                  <a:moveTo>
                    <a:pt x="57765" y="203"/>
                  </a:moveTo>
                  <a:cubicBezTo>
                    <a:pt x="67486" y="203"/>
                    <a:pt x="74245" y="5846"/>
                    <a:pt x="81295" y="11711"/>
                  </a:cubicBezTo>
                  <a:cubicBezTo>
                    <a:pt x="85463" y="15197"/>
                    <a:pt x="89787" y="18795"/>
                    <a:pt x="94759" y="21086"/>
                  </a:cubicBezTo>
                  <a:cubicBezTo>
                    <a:pt x="113161" y="29555"/>
                    <a:pt x="115284" y="41622"/>
                    <a:pt x="113831" y="50258"/>
                  </a:cubicBezTo>
                  <a:cubicBezTo>
                    <a:pt x="112423" y="58649"/>
                    <a:pt x="106859" y="67666"/>
                    <a:pt x="98569" y="75018"/>
                  </a:cubicBezTo>
                  <a:cubicBezTo>
                    <a:pt x="90457" y="82202"/>
                    <a:pt x="80938" y="86794"/>
                    <a:pt x="72480" y="87632"/>
                  </a:cubicBezTo>
                  <a:cubicBezTo>
                    <a:pt x="71564" y="87721"/>
                    <a:pt x="70670" y="87766"/>
                    <a:pt x="69798" y="87766"/>
                  </a:cubicBezTo>
                  <a:cubicBezTo>
                    <a:pt x="60826" y="87766"/>
                    <a:pt x="54123" y="83018"/>
                    <a:pt x="50760" y="74191"/>
                  </a:cubicBezTo>
                  <a:cubicBezTo>
                    <a:pt x="47072" y="64470"/>
                    <a:pt x="35676" y="60247"/>
                    <a:pt x="24671" y="56158"/>
                  </a:cubicBezTo>
                  <a:cubicBezTo>
                    <a:pt x="12112" y="51499"/>
                    <a:pt x="269" y="47108"/>
                    <a:pt x="2470" y="34929"/>
                  </a:cubicBezTo>
                  <a:cubicBezTo>
                    <a:pt x="5799" y="16438"/>
                    <a:pt x="19263" y="11890"/>
                    <a:pt x="34849" y="6616"/>
                  </a:cubicBezTo>
                  <a:cubicBezTo>
                    <a:pt x="38391" y="5421"/>
                    <a:pt x="42045" y="4192"/>
                    <a:pt x="45698" y="2751"/>
                  </a:cubicBezTo>
                  <a:cubicBezTo>
                    <a:pt x="50223" y="963"/>
                    <a:pt x="54201" y="203"/>
                    <a:pt x="57765" y="203"/>
                  </a:cubicBezTo>
                  <a:close/>
                  <a:moveTo>
                    <a:pt x="57709" y="1"/>
                  </a:moveTo>
                  <a:cubicBezTo>
                    <a:pt x="53895" y="1"/>
                    <a:pt x="49885" y="843"/>
                    <a:pt x="45609" y="2527"/>
                  </a:cubicBezTo>
                  <a:cubicBezTo>
                    <a:pt x="41966" y="3968"/>
                    <a:pt x="38313" y="5198"/>
                    <a:pt x="34782" y="6393"/>
                  </a:cubicBezTo>
                  <a:cubicBezTo>
                    <a:pt x="19118" y="11689"/>
                    <a:pt x="5598" y="16259"/>
                    <a:pt x="2246" y="34884"/>
                  </a:cubicBezTo>
                  <a:cubicBezTo>
                    <a:pt x="1" y="47253"/>
                    <a:pt x="11944" y="51688"/>
                    <a:pt x="24581" y="56381"/>
                  </a:cubicBezTo>
                  <a:cubicBezTo>
                    <a:pt x="35553" y="60437"/>
                    <a:pt x="46883" y="64649"/>
                    <a:pt x="50547" y="74269"/>
                  </a:cubicBezTo>
                  <a:cubicBezTo>
                    <a:pt x="52503" y="79420"/>
                    <a:pt x="55519" y="83185"/>
                    <a:pt x="59530" y="85476"/>
                  </a:cubicBezTo>
                  <a:cubicBezTo>
                    <a:pt x="62491" y="87163"/>
                    <a:pt x="65921" y="88012"/>
                    <a:pt x="69754" y="88012"/>
                  </a:cubicBezTo>
                  <a:lnTo>
                    <a:pt x="69754" y="88001"/>
                  </a:lnTo>
                  <a:cubicBezTo>
                    <a:pt x="70648" y="88001"/>
                    <a:pt x="71564" y="87956"/>
                    <a:pt x="72502" y="87867"/>
                  </a:cubicBezTo>
                  <a:cubicBezTo>
                    <a:pt x="81016" y="87029"/>
                    <a:pt x="90569" y="82403"/>
                    <a:pt x="98725" y="75185"/>
                  </a:cubicBezTo>
                  <a:cubicBezTo>
                    <a:pt x="107060" y="67811"/>
                    <a:pt x="112647" y="58739"/>
                    <a:pt x="114066" y="50303"/>
                  </a:cubicBezTo>
                  <a:cubicBezTo>
                    <a:pt x="115049" y="44471"/>
                    <a:pt x="114099" y="39085"/>
                    <a:pt x="111239" y="34281"/>
                  </a:cubicBezTo>
                  <a:cubicBezTo>
                    <a:pt x="108055" y="28918"/>
                    <a:pt x="102547" y="24415"/>
                    <a:pt x="94859" y="20873"/>
                  </a:cubicBezTo>
                  <a:cubicBezTo>
                    <a:pt x="89910" y="18594"/>
                    <a:pt x="85608" y="15007"/>
                    <a:pt x="81441" y="11533"/>
                  </a:cubicBezTo>
                  <a:cubicBezTo>
                    <a:pt x="76804" y="7667"/>
                    <a:pt x="71999" y="3667"/>
                    <a:pt x="66357" y="1555"/>
                  </a:cubicBezTo>
                  <a:cubicBezTo>
                    <a:pt x="63572" y="519"/>
                    <a:pt x="60701" y="1"/>
                    <a:pt x="577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327750" y="2073450"/>
              <a:ext cx="2868425" cy="2198425"/>
            </a:xfrm>
            <a:custGeom>
              <a:rect b="b" l="l" r="r" t="t"/>
              <a:pathLst>
                <a:path extrusionOk="0" h="87937" w="114737">
                  <a:moveTo>
                    <a:pt x="57642" y="206"/>
                  </a:moveTo>
                  <a:cubicBezTo>
                    <a:pt x="68413" y="206"/>
                    <a:pt x="75753" y="5804"/>
                    <a:pt x="83418" y="11658"/>
                  </a:cubicBezTo>
                  <a:cubicBezTo>
                    <a:pt x="87217" y="14563"/>
                    <a:pt x="91150" y="17558"/>
                    <a:pt x="95530" y="19804"/>
                  </a:cubicBezTo>
                  <a:cubicBezTo>
                    <a:pt x="112848" y="28686"/>
                    <a:pt x="114736" y="41032"/>
                    <a:pt x="113261" y="49814"/>
                  </a:cubicBezTo>
                  <a:cubicBezTo>
                    <a:pt x="110390" y="66976"/>
                    <a:pt x="91753" y="84898"/>
                    <a:pt x="74156" y="87411"/>
                  </a:cubicBezTo>
                  <a:cubicBezTo>
                    <a:pt x="72821" y="87602"/>
                    <a:pt x="71523" y="87697"/>
                    <a:pt x="70263" y="87697"/>
                  </a:cubicBezTo>
                  <a:cubicBezTo>
                    <a:pt x="61726" y="87697"/>
                    <a:pt x="54984" y="83348"/>
                    <a:pt x="51050" y="75188"/>
                  </a:cubicBezTo>
                  <a:cubicBezTo>
                    <a:pt x="46871" y="66551"/>
                    <a:pt x="36089" y="61624"/>
                    <a:pt x="25665" y="56853"/>
                  </a:cubicBezTo>
                  <a:cubicBezTo>
                    <a:pt x="12604" y="50887"/>
                    <a:pt x="280" y="45244"/>
                    <a:pt x="3341" y="33032"/>
                  </a:cubicBezTo>
                  <a:cubicBezTo>
                    <a:pt x="8369" y="12854"/>
                    <a:pt x="24905" y="8139"/>
                    <a:pt x="42402" y="3167"/>
                  </a:cubicBezTo>
                  <a:cubicBezTo>
                    <a:pt x="43877" y="2742"/>
                    <a:pt x="45396" y="2307"/>
                    <a:pt x="46905" y="1871"/>
                  </a:cubicBezTo>
                  <a:cubicBezTo>
                    <a:pt x="50860" y="709"/>
                    <a:pt x="54413" y="206"/>
                    <a:pt x="57642" y="206"/>
                  </a:cubicBezTo>
                  <a:close/>
                  <a:moveTo>
                    <a:pt x="57554" y="0"/>
                  </a:moveTo>
                  <a:cubicBezTo>
                    <a:pt x="54146" y="0"/>
                    <a:pt x="50589" y="549"/>
                    <a:pt x="46838" y="1647"/>
                  </a:cubicBezTo>
                  <a:cubicBezTo>
                    <a:pt x="45340" y="2083"/>
                    <a:pt x="43810" y="2519"/>
                    <a:pt x="42335" y="2932"/>
                  </a:cubicBezTo>
                  <a:cubicBezTo>
                    <a:pt x="24771" y="7938"/>
                    <a:pt x="8168" y="12664"/>
                    <a:pt x="3118" y="32977"/>
                  </a:cubicBezTo>
                  <a:cubicBezTo>
                    <a:pt x="0" y="45379"/>
                    <a:pt x="12425" y="51054"/>
                    <a:pt x="25575" y="57066"/>
                  </a:cubicBezTo>
                  <a:cubicBezTo>
                    <a:pt x="35955" y="61825"/>
                    <a:pt x="46704" y="66730"/>
                    <a:pt x="50838" y="75289"/>
                  </a:cubicBezTo>
                  <a:cubicBezTo>
                    <a:pt x="53229" y="80261"/>
                    <a:pt x="56603" y="83825"/>
                    <a:pt x="60849" y="85881"/>
                  </a:cubicBezTo>
                  <a:cubicBezTo>
                    <a:pt x="63653" y="87244"/>
                    <a:pt x="66793" y="87937"/>
                    <a:pt x="70212" y="87937"/>
                  </a:cubicBezTo>
                  <a:cubicBezTo>
                    <a:pt x="71497" y="87937"/>
                    <a:pt x="72826" y="87836"/>
                    <a:pt x="74189" y="87646"/>
                  </a:cubicBezTo>
                  <a:cubicBezTo>
                    <a:pt x="82468" y="86462"/>
                    <a:pt x="91563" y="81680"/>
                    <a:pt x="99127" y="74529"/>
                  </a:cubicBezTo>
                  <a:cubicBezTo>
                    <a:pt x="106859" y="67233"/>
                    <a:pt x="112088" y="58239"/>
                    <a:pt x="113496" y="49859"/>
                  </a:cubicBezTo>
                  <a:cubicBezTo>
                    <a:pt x="114490" y="43926"/>
                    <a:pt x="113641" y="38418"/>
                    <a:pt x="110982" y="33479"/>
                  </a:cubicBezTo>
                  <a:cubicBezTo>
                    <a:pt x="108032" y="27971"/>
                    <a:pt x="102859" y="23301"/>
                    <a:pt x="95641" y="19602"/>
                  </a:cubicBezTo>
                  <a:cubicBezTo>
                    <a:pt x="91284" y="17357"/>
                    <a:pt x="87362" y="14373"/>
                    <a:pt x="83563" y="11468"/>
                  </a:cubicBezTo>
                  <a:cubicBezTo>
                    <a:pt x="78759" y="7804"/>
                    <a:pt x="73787" y="4005"/>
                    <a:pt x="67988" y="1860"/>
                  </a:cubicBezTo>
                  <a:cubicBezTo>
                    <a:pt x="64642" y="621"/>
                    <a:pt x="61182" y="0"/>
                    <a:pt x="575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325500" y="2072450"/>
              <a:ext cx="2850550" cy="2199425"/>
            </a:xfrm>
            <a:custGeom>
              <a:rect b="b" l="l" r="r" t="t"/>
              <a:pathLst>
                <a:path extrusionOk="0" h="87977" w="114022">
                  <a:moveTo>
                    <a:pt x="56648" y="235"/>
                  </a:moveTo>
                  <a:cubicBezTo>
                    <a:pt x="69251" y="235"/>
                    <a:pt x="77508" y="6022"/>
                    <a:pt x="86156" y="12089"/>
                  </a:cubicBezTo>
                  <a:cubicBezTo>
                    <a:pt x="89329" y="14313"/>
                    <a:pt x="92603" y="16615"/>
                    <a:pt x="96122" y="18626"/>
                  </a:cubicBezTo>
                  <a:cubicBezTo>
                    <a:pt x="112390" y="27910"/>
                    <a:pt x="114022" y="40536"/>
                    <a:pt x="112524" y="49486"/>
                  </a:cubicBezTo>
                  <a:cubicBezTo>
                    <a:pt x="109642" y="66714"/>
                    <a:pt x="92782" y="83999"/>
                    <a:pt x="75709" y="87228"/>
                  </a:cubicBezTo>
                  <a:cubicBezTo>
                    <a:pt x="73933" y="87565"/>
                    <a:pt x="72207" y="87732"/>
                    <a:pt x="70537" y="87732"/>
                  </a:cubicBezTo>
                  <a:cubicBezTo>
                    <a:pt x="62408" y="87732"/>
                    <a:pt x="55638" y="83779"/>
                    <a:pt x="51151" y="76290"/>
                  </a:cubicBezTo>
                  <a:cubicBezTo>
                    <a:pt x="46660" y="68793"/>
                    <a:pt x="36660" y="63396"/>
                    <a:pt x="26984" y="58167"/>
                  </a:cubicBezTo>
                  <a:cubicBezTo>
                    <a:pt x="13107" y="50670"/>
                    <a:pt x="1" y="43597"/>
                    <a:pt x="4034" y="31229"/>
                  </a:cubicBezTo>
                  <a:cubicBezTo>
                    <a:pt x="11018" y="9620"/>
                    <a:pt x="30358" y="4335"/>
                    <a:pt x="47933" y="1084"/>
                  </a:cubicBezTo>
                  <a:cubicBezTo>
                    <a:pt x="51062" y="503"/>
                    <a:pt x="53956" y="235"/>
                    <a:pt x="56648" y="235"/>
                  </a:cubicBezTo>
                  <a:close/>
                  <a:moveTo>
                    <a:pt x="56654" y="1"/>
                  </a:moveTo>
                  <a:cubicBezTo>
                    <a:pt x="53948" y="1"/>
                    <a:pt x="51042" y="266"/>
                    <a:pt x="47889" y="849"/>
                  </a:cubicBezTo>
                  <a:cubicBezTo>
                    <a:pt x="39319" y="2436"/>
                    <a:pt x="29453" y="4693"/>
                    <a:pt x="21330" y="9363"/>
                  </a:cubicBezTo>
                  <a:cubicBezTo>
                    <a:pt x="12671" y="14346"/>
                    <a:pt x="6939" y="21475"/>
                    <a:pt x="3811" y="31162"/>
                  </a:cubicBezTo>
                  <a:cubicBezTo>
                    <a:pt x="2817" y="34178"/>
                    <a:pt x="2805" y="36972"/>
                    <a:pt x="3744" y="39676"/>
                  </a:cubicBezTo>
                  <a:cubicBezTo>
                    <a:pt x="4593" y="42089"/>
                    <a:pt x="6191" y="44379"/>
                    <a:pt x="8638" y="46692"/>
                  </a:cubicBezTo>
                  <a:cubicBezTo>
                    <a:pt x="13185" y="50983"/>
                    <a:pt x="19833" y="54569"/>
                    <a:pt x="26872" y="58379"/>
                  </a:cubicBezTo>
                  <a:cubicBezTo>
                    <a:pt x="36514" y="63586"/>
                    <a:pt x="46492" y="68971"/>
                    <a:pt x="50950" y="76413"/>
                  </a:cubicBezTo>
                  <a:cubicBezTo>
                    <a:pt x="53821" y="81195"/>
                    <a:pt x="57542" y="84546"/>
                    <a:pt x="62034" y="86368"/>
                  </a:cubicBezTo>
                  <a:cubicBezTo>
                    <a:pt x="64648" y="87440"/>
                    <a:pt x="67475" y="87977"/>
                    <a:pt x="70480" y="87977"/>
                  </a:cubicBezTo>
                  <a:cubicBezTo>
                    <a:pt x="72179" y="87977"/>
                    <a:pt x="73933" y="87798"/>
                    <a:pt x="75743" y="87463"/>
                  </a:cubicBezTo>
                  <a:cubicBezTo>
                    <a:pt x="83754" y="85943"/>
                    <a:pt x="92357" y="81016"/>
                    <a:pt x="99363" y="73932"/>
                  </a:cubicBezTo>
                  <a:cubicBezTo>
                    <a:pt x="106580" y="66625"/>
                    <a:pt x="111340" y="57966"/>
                    <a:pt x="112748" y="49530"/>
                  </a:cubicBezTo>
                  <a:cubicBezTo>
                    <a:pt x="113765" y="43497"/>
                    <a:pt x="113027" y="37854"/>
                    <a:pt x="110558" y="32760"/>
                  </a:cubicBezTo>
                  <a:cubicBezTo>
                    <a:pt x="107832" y="27106"/>
                    <a:pt x="103005" y="22279"/>
                    <a:pt x="96234" y="18413"/>
                  </a:cubicBezTo>
                  <a:cubicBezTo>
                    <a:pt x="92726" y="16413"/>
                    <a:pt x="89463" y="14123"/>
                    <a:pt x="86301" y="11899"/>
                  </a:cubicBezTo>
                  <a:cubicBezTo>
                    <a:pt x="77610" y="5813"/>
                    <a:pt x="69328" y="1"/>
                    <a:pt x="56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377175" y="2068100"/>
              <a:ext cx="2795250" cy="2204050"/>
            </a:xfrm>
            <a:custGeom>
              <a:rect b="b" l="l" r="r" t="t"/>
              <a:pathLst>
                <a:path extrusionOk="0" h="88162" w="111810">
                  <a:moveTo>
                    <a:pt x="51900" y="230"/>
                  </a:moveTo>
                  <a:cubicBezTo>
                    <a:pt x="68358" y="230"/>
                    <a:pt x="77955" y="6599"/>
                    <a:pt x="88916" y="13872"/>
                  </a:cubicBezTo>
                  <a:cubicBezTo>
                    <a:pt x="90737" y="15079"/>
                    <a:pt x="92625" y="16330"/>
                    <a:pt x="94558" y="17571"/>
                  </a:cubicBezTo>
                  <a:cubicBezTo>
                    <a:pt x="106458" y="25135"/>
                    <a:pt x="111809" y="36431"/>
                    <a:pt x="109642" y="49369"/>
                  </a:cubicBezTo>
                  <a:cubicBezTo>
                    <a:pt x="106782" y="66352"/>
                    <a:pt x="91296" y="83279"/>
                    <a:pt x="75117" y="87123"/>
                  </a:cubicBezTo>
                  <a:cubicBezTo>
                    <a:pt x="72903" y="87647"/>
                    <a:pt x="70742" y="87907"/>
                    <a:pt x="68650" y="87907"/>
                  </a:cubicBezTo>
                  <a:cubicBezTo>
                    <a:pt x="60897" y="87907"/>
                    <a:pt x="54102" y="84342"/>
                    <a:pt x="49095" y="77514"/>
                  </a:cubicBezTo>
                  <a:cubicBezTo>
                    <a:pt x="44503" y="71246"/>
                    <a:pt x="35498" y="65693"/>
                    <a:pt x="26794" y="60330"/>
                  </a:cubicBezTo>
                  <a:cubicBezTo>
                    <a:pt x="19554" y="55861"/>
                    <a:pt x="12068" y="51246"/>
                    <a:pt x="7208" y="46252"/>
                  </a:cubicBezTo>
                  <a:cubicBezTo>
                    <a:pt x="1778" y="40688"/>
                    <a:pt x="258" y="35235"/>
                    <a:pt x="2571" y="29559"/>
                  </a:cubicBezTo>
                  <a:cubicBezTo>
                    <a:pt x="9710" y="11861"/>
                    <a:pt x="24593" y="2062"/>
                    <a:pt x="46805" y="431"/>
                  </a:cubicBezTo>
                  <a:cubicBezTo>
                    <a:pt x="48581" y="297"/>
                    <a:pt x="50280" y="230"/>
                    <a:pt x="51900" y="230"/>
                  </a:cubicBezTo>
                  <a:close/>
                  <a:moveTo>
                    <a:pt x="51905" y="0"/>
                  </a:moveTo>
                  <a:cubicBezTo>
                    <a:pt x="50244" y="0"/>
                    <a:pt x="48539" y="66"/>
                    <a:pt x="46782" y="197"/>
                  </a:cubicBezTo>
                  <a:cubicBezTo>
                    <a:pt x="36626" y="945"/>
                    <a:pt x="27844" y="3470"/>
                    <a:pt x="20693" y="7705"/>
                  </a:cubicBezTo>
                  <a:cubicBezTo>
                    <a:pt x="12358" y="12654"/>
                    <a:pt x="6180" y="19973"/>
                    <a:pt x="2347" y="29481"/>
                  </a:cubicBezTo>
                  <a:cubicBezTo>
                    <a:pt x="1" y="35235"/>
                    <a:pt x="1543" y="40777"/>
                    <a:pt x="7040" y="46419"/>
                  </a:cubicBezTo>
                  <a:cubicBezTo>
                    <a:pt x="11923" y="51425"/>
                    <a:pt x="19420" y="56051"/>
                    <a:pt x="26671" y="60531"/>
                  </a:cubicBezTo>
                  <a:cubicBezTo>
                    <a:pt x="35352" y="65883"/>
                    <a:pt x="44336" y="71425"/>
                    <a:pt x="48905" y="77659"/>
                  </a:cubicBezTo>
                  <a:cubicBezTo>
                    <a:pt x="52268" y="82240"/>
                    <a:pt x="56369" y="85380"/>
                    <a:pt x="61095" y="86955"/>
                  </a:cubicBezTo>
                  <a:cubicBezTo>
                    <a:pt x="63473" y="87759"/>
                    <a:pt x="65974" y="88161"/>
                    <a:pt x="68575" y="88162"/>
                  </a:cubicBezTo>
                  <a:lnTo>
                    <a:pt x="68575" y="88162"/>
                  </a:lnTo>
                  <a:cubicBezTo>
                    <a:pt x="70708" y="88161"/>
                    <a:pt x="72907" y="87893"/>
                    <a:pt x="75162" y="87357"/>
                  </a:cubicBezTo>
                  <a:cubicBezTo>
                    <a:pt x="91430" y="83503"/>
                    <a:pt x="106994" y="66475"/>
                    <a:pt x="109865" y="49414"/>
                  </a:cubicBezTo>
                  <a:cubicBezTo>
                    <a:pt x="110904" y="43246"/>
                    <a:pt x="110279" y="37459"/>
                    <a:pt x="108011" y="32207"/>
                  </a:cubicBezTo>
                  <a:cubicBezTo>
                    <a:pt x="105497" y="26386"/>
                    <a:pt x="101016" y="21392"/>
                    <a:pt x="94681" y="17370"/>
                  </a:cubicBezTo>
                  <a:cubicBezTo>
                    <a:pt x="92748" y="16140"/>
                    <a:pt x="90860" y="14889"/>
                    <a:pt x="89039" y="13682"/>
                  </a:cubicBezTo>
                  <a:cubicBezTo>
                    <a:pt x="83106" y="9738"/>
                    <a:pt x="77486" y="6018"/>
                    <a:pt x="70871" y="3448"/>
                  </a:cubicBezTo>
                  <a:cubicBezTo>
                    <a:pt x="64905" y="1126"/>
                    <a:pt x="58780" y="0"/>
                    <a:pt x="51905" y="0"/>
                  </a:cubicBezTo>
                  <a:close/>
                  <a:moveTo>
                    <a:pt x="68575" y="88162"/>
                  </a:moveTo>
                  <a:lnTo>
                    <a:pt x="68575" y="88162"/>
                  </a:lnTo>
                  <a:cubicBezTo>
                    <a:pt x="68574" y="88162"/>
                    <a:pt x="68572" y="88162"/>
                    <a:pt x="68570" y="88162"/>
                  </a:cubicBezTo>
                  <a:lnTo>
                    <a:pt x="68581" y="88162"/>
                  </a:lnTo>
                  <a:cubicBezTo>
                    <a:pt x="68579" y="88162"/>
                    <a:pt x="68577" y="88162"/>
                    <a:pt x="68575" y="881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377175" y="2050975"/>
              <a:ext cx="2777375" cy="2221450"/>
            </a:xfrm>
            <a:custGeom>
              <a:rect b="b" l="l" r="r" t="t"/>
              <a:pathLst>
                <a:path extrusionOk="0" h="88858" w="111095">
                  <a:moveTo>
                    <a:pt x="45587" y="234"/>
                  </a:moveTo>
                  <a:cubicBezTo>
                    <a:pt x="46302" y="234"/>
                    <a:pt x="47017" y="256"/>
                    <a:pt x="47743" y="278"/>
                  </a:cubicBezTo>
                  <a:cubicBezTo>
                    <a:pt x="69061" y="1206"/>
                    <a:pt x="80402" y="6647"/>
                    <a:pt x="95061" y="17027"/>
                  </a:cubicBezTo>
                  <a:cubicBezTo>
                    <a:pt x="106212" y="24926"/>
                    <a:pt x="111094" y="36591"/>
                    <a:pt x="108837" y="49875"/>
                  </a:cubicBezTo>
                  <a:cubicBezTo>
                    <a:pt x="105932" y="66881"/>
                    <a:pt x="92056" y="83048"/>
                    <a:pt x="76559" y="87472"/>
                  </a:cubicBezTo>
                  <a:cubicBezTo>
                    <a:pt x="74207" y="88146"/>
                    <a:pt x="71505" y="88633"/>
                    <a:pt x="68610" y="88633"/>
                  </a:cubicBezTo>
                  <a:cubicBezTo>
                    <a:pt x="62484" y="88633"/>
                    <a:pt x="55491" y="86454"/>
                    <a:pt x="49118" y="79260"/>
                  </a:cubicBezTo>
                  <a:cubicBezTo>
                    <a:pt x="44693" y="74288"/>
                    <a:pt x="37364" y="69283"/>
                    <a:pt x="29609" y="63987"/>
                  </a:cubicBezTo>
                  <a:cubicBezTo>
                    <a:pt x="21643" y="58557"/>
                    <a:pt x="13397" y="52926"/>
                    <a:pt x="7956" y="47015"/>
                  </a:cubicBezTo>
                  <a:cubicBezTo>
                    <a:pt x="1833" y="40356"/>
                    <a:pt x="269" y="34267"/>
                    <a:pt x="3163" y="28412"/>
                  </a:cubicBezTo>
                  <a:cubicBezTo>
                    <a:pt x="12001" y="10401"/>
                    <a:pt x="27375" y="234"/>
                    <a:pt x="45587" y="234"/>
                  </a:cubicBezTo>
                  <a:close/>
                  <a:moveTo>
                    <a:pt x="45718" y="0"/>
                  </a:moveTo>
                  <a:cubicBezTo>
                    <a:pt x="37292" y="0"/>
                    <a:pt x="29177" y="2245"/>
                    <a:pt x="22124" y="6557"/>
                  </a:cubicBezTo>
                  <a:cubicBezTo>
                    <a:pt x="14068" y="11474"/>
                    <a:pt x="7621" y="18792"/>
                    <a:pt x="2951" y="28300"/>
                  </a:cubicBezTo>
                  <a:cubicBezTo>
                    <a:pt x="1" y="34255"/>
                    <a:pt x="1588" y="40434"/>
                    <a:pt x="7777" y="47171"/>
                  </a:cubicBezTo>
                  <a:cubicBezTo>
                    <a:pt x="13241" y="53104"/>
                    <a:pt x="21498" y="58735"/>
                    <a:pt x="29475" y="64188"/>
                  </a:cubicBezTo>
                  <a:cubicBezTo>
                    <a:pt x="37230" y="69473"/>
                    <a:pt x="44537" y="74467"/>
                    <a:pt x="48939" y="79417"/>
                  </a:cubicBezTo>
                  <a:cubicBezTo>
                    <a:pt x="52816" y="83785"/>
                    <a:pt x="57285" y="86679"/>
                    <a:pt x="62246" y="88009"/>
                  </a:cubicBezTo>
                  <a:cubicBezTo>
                    <a:pt x="64333" y="88578"/>
                    <a:pt x="66488" y="88857"/>
                    <a:pt x="68698" y="88858"/>
                  </a:cubicBezTo>
                  <a:lnTo>
                    <a:pt x="68698" y="88858"/>
                  </a:lnTo>
                  <a:cubicBezTo>
                    <a:pt x="71278" y="88857"/>
                    <a:pt x="73935" y="88466"/>
                    <a:pt x="76626" y="87696"/>
                  </a:cubicBezTo>
                  <a:cubicBezTo>
                    <a:pt x="84089" y="85573"/>
                    <a:pt x="91508" y="80545"/>
                    <a:pt x="97519" y="73551"/>
                  </a:cubicBezTo>
                  <a:cubicBezTo>
                    <a:pt x="103564" y="66534"/>
                    <a:pt x="107653" y="58143"/>
                    <a:pt x="109061" y="49909"/>
                  </a:cubicBezTo>
                  <a:cubicBezTo>
                    <a:pt x="110133" y="43596"/>
                    <a:pt x="109631" y="37630"/>
                    <a:pt x="107552" y="32188"/>
                  </a:cubicBezTo>
                  <a:cubicBezTo>
                    <a:pt x="105251" y="26188"/>
                    <a:pt x="101094" y="21015"/>
                    <a:pt x="95184" y="16837"/>
                  </a:cubicBezTo>
                  <a:cubicBezTo>
                    <a:pt x="80503" y="6435"/>
                    <a:pt x="69128" y="982"/>
                    <a:pt x="47754" y="44"/>
                  </a:cubicBezTo>
                  <a:cubicBezTo>
                    <a:pt x="47074" y="15"/>
                    <a:pt x="46395" y="0"/>
                    <a:pt x="45718" y="0"/>
                  </a:cubicBezTo>
                  <a:close/>
                  <a:moveTo>
                    <a:pt x="68698" y="88858"/>
                  </a:moveTo>
                  <a:cubicBezTo>
                    <a:pt x="68696" y="88858"/>
                    <a:pt x="68695" y="88858"/>
                    <a:pt x="68693" y="88858"/>
                  </a:cubicBezTo>
                  <a:lnTo>
                    <a:pt x="68704" y="88858"/>
                  </a:lnTo>
                  <a:cubicBezTo>
                    <a:pt x="68702" y="88858"/>
                    <a:pt x="68700" y="88858"/>
                    <a:pt x="68698" y="888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373550" y="2019650"/>
              <a:ext cx="2770950" cy="2253075"/>
            </a:xfrm>
            <a:custGeom>
              <a:rect b="b" l="l" r="r" t="t"/>
              <a:pathLst>
                <a:path extrusionOk="0" h="90123" w="110838">
                  <a:moveTo>
                    <a:pt x="43218" y="235"/>
                  </a:moveTo>
                  <a:cubicBezTo>
                    <a:pt x="45073" y="235"/>
                    <a:pt x="46950" y="392"/>
                    <a:pt x="48827" y="704"/>
                  </a:cubicBezTo>
                  <a:cubicBezTo>
                    <a:pt x="70625" y="4336"/>
                    <a:pt x="82625" y="6704"/>
                    <a:pt x="95698" y="17051"/>
                  </a:cubicBezTo>
                  <a:cubicBezTo>
                    <a:pt x="106156" y="25319"/>
                    <a:pt x="110591" y="37419"/>
                    <a:pt x="108189" y="51117"/>
                  </a:cubicBezTo>
                  <a:cubicBezTo>
                    <a:pt x="105262" y="67843"/>
                    <a:pt x="92603" y="83497"/>
                    <a:pt x="78100" y="88334"/>
                  </a:cubicBezTo>
                  <a:cubicBezTo>
                    <a:pt x="75435" y="89224"/>
                    <a:pt x="72279" y="89896"/>
                    <a:pt x="68825" y="89896"/>
                  </a:cubicBezTo>
                  <a:cubicBezTo>
                    <a:pt x="62867" y="89896"/>
                    <a:pt x="56021" y="87898"/>
                    <a:pt x="49274" y="81575"/>
                  </a:cubicBezTo>
                  <a:cubicBezTo>
                    <a:pt x="45497" y="78044"/>
                    <a:pt x="39967" y="73999"/>
                    <a:pt x="34112" y="69731"/>
                  </a:cubicBezTo>
                  <a:cubicBezTo>
                    <a:pt x="25520" y="63474"/>
                    <a:pt x="15799" y="56368"/>
                    <a:pt x="9386" y="49195"/>
                  </a:cubicBezTo>
                  <a:cubicBezTo>
                    <a:pt x="2057" y="40994"/>
                    <a:pt x="258" y="34000"/>
                    <a:pt x="3911" y="27821"/>
                  </a:cubicBezTo>
                  <a:cubicBezTo>
                    <a:pt x="14325" y="10023"/>
                    <a:pt x="28414" y="235"/>
                    <a:pt x="43218" y="235"/>
                  </a:cubicBezTo>
                  <a:close/>
                  <a:moveTo>
                    <a:pt x="43225" y="1"/>
                  </a:moveTo>
                  <a:cubicBezTo>
                    <a:pt x="36549" y="1"/>
                    <a:pt x="30001" y="1993"/>
                    <a:pt x="23699" y="5956"/>
                  </a:cubicBezTo>
                  <a:cubicBezTo>
                    <a:pt x="16168" y="10693"/>
                    <a:pt x="9252" y="18213"/>
                    <a:pt x="3699" y="27698"/>
                  </a:cubicBezTo>
                  <a:cubicBezTo>
                    <a:pt x="1" y="33978"/>
                    <a:pt x="1800" y="41061"/>
                    <a:pt x="9218" y="49352"/>
                  </a:cubicBezTo>
                  <a:cubicBezTo>
                    <a:pt x="15643" y="56547"/>
                    <a:pt x="25375" y="63653"/>
                    <a:pt x="33978" y="69921"/>
                  </a:cubicBezTo>
                  <a:cubicBezTo>
                    <a:pt x="39821" y="74189"/>
                    <a:pt x="45341" y="78223"/>
                    <a:pt x="49106" y="81742"/>
                  </a:cubicBezTo>
                  <a:cubicBezTo>
                    <a:pt x="53508" y="85865"/>
                    <a:pt x="58369" y="88502"/>
                    <a:pt x="63531" y="89575"/>
                  </a:cubicBezTo>
                  <a:cubicBezTo>
                    <a:pt x="65296" y="89943"/>
                    <a:pt x="67095" y="90122"/>
                    <a:pt x="68905" y="90122"/>
                  </a:cubicBezTo>
                  <a:cubicBezTo>
                    <a:pt x="71955" y="90122"/>
                    <a:pt x="75061" y="89597"/>
                    <a:pt x="78178" y="88558"/>
                  </a:cubicBezTo>
                  <a:cubicBezTo>
                    <a:pt x="92759" y="83686"/>
                    <a:pt x="105474" y="67966"/>
                    <a:pt x="108424" y="51162"/>
                  </a:cubicBezTo>
                  <a:cubicBezTo>
                    <a:pt x="110837" y="37374"/>
                    <a:pt x="106368" y="25185"/>
                    <a:pt x="95843" y="16861"/>
                  </a:cubicBezTo>
                  <a:cubicBezTo>
                    <a:pt x="82726" y="6481"/>
                    <a:pt x="70704" y="4101"/>
                    <a:pt x="48860" y="470"/>
                  </a:cubicBezTo>
                  <a:cubicBezTo>
                    <a:pt x="46973" y="157"/>
                    <a:pt x="45094" y="1"/>
                    <a:pt x="43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406225" y="1983000"/>
              <a:ext cx="2825125" cy="2290000"/>
            </a:xfrm>
            <a:custGeom>
              <a:rect b="b" l="l" r="r" t="t"/>
              <a:pathLst>
                <a:path extrusionOk="0" h="91600" w="113005">
                  <a:moveTo>
                    <a:pt x="40972" y="237"/>
                  </a:moveTo>
                  <a:cubicBezTo>
                    <a:pt x="43475" y="237"/>
                    <a:pt x="45978" y="606"/>
                    <a:pt x="48458" y="1332"/>
                  </a:cubicBezTo>
                  <a:cubicBezTo>
                    <a:pt x="55151" y="3310"/>
                    <a:pt x="61095" y="4528"/>
                    <a:pt x="66335" y="5589"/>
                  </a:cubicBezTo>
                  <a:cubicBezTo>
                    <a:pt x="77486" y="7869"/>
                    <a:pt x="86290" y="9656"/>
                    <a:pt x="94893" y="17288"/>
                  </a:cubicBezTo>
                  <a:cubicBezTo>
                    <a:pt x="112737" y="33097"/>
                    <a:pt x="108849" y="60047"/>
                    <a:pt x="94782" y="76963"/>
                  </a:cubicBezTo>
                  <a:cubicBezTo>
                    <a:pt x="88289" y="84769"/>
                    <a:pt x="78450" y="91343"/>
                    <a:pt x="67416" y="91343"/>
                  </a:cubicBezTo>
                  <a:cubicBezTo>
                    <a:pt x="61188" y="91343"/>
                    <a:pt x="54580" y="89249"/>
                    <a:pt x="47978" y="84102"/>
                  </a:cubicBezTo>
                  <a:cubicBezTo>
                    <a:pt x="45833" y="82426"/>
                    <a:pt x="43207" y="80482"/>
                    <a:pt x="40425" y="78426"/>
                  </a:cubicBezTo>
                  <a:cubicBezTo>
                    <a:pt x="30950" y="71398"/>
                    <a:pt x="19152" y="62661"/>
                    <a:pt x="10816" y="53544"/>
                  </a:cubicBezTo>
                  <a:cubicBezTo>
                    <a:pt x="6291" y="48594"/>
                    <a:pt x="3275" y="44025"/>
                    <a:pt x="1878" y="39958"/>
                  </a:cubicBezTo>
                  <a:cubicBezTo>
                    <a:pt x="247" y="35254"/>
                    <a:pt x="694" y="31042"/>
                    <a:pt x="3196" y="27444"/>
                  </a:cubicBezTo>
                  <a:cubicBezTo>
                    <a:pt x="9990" y="17589"/>
                    <a:pt x="16962" y="10293"/>
                    <a:pt x="23934" y="5779"/>
                  </a:cubicBezTo>
                  <a:cubicBezTo>
                    <a:pt x="29621" y="2092"/>
                    <a:pt x="35330" y="237"/>
                    <a:pt x="40972" y="237"/>
                  </a:cubicBezTo>
                  <a:close/>
                  <a:moveTo>
                    <a:pt x="40968" y="1"/>
                  </a:moveTo>
                  <a:cubicBezTo>
                    <a:pt x="35283" y="1"/>
                    <a:pt x="29541" y="1866"/>
                    <a:pt x="23811" y="5578"/>
                  </a:cubicBezTo>
                  <a:cubicBezTo>
                    <a:pt x="16816" y="10114"/>
                    <a:pt x="9811" y="17422"/>
                    <a:pt x="3007" y="27299"/>
                  </a:cubicBezTo>
                  <a:cubicBezTo>
                    <a:pt x="459" y="30974"/>
                    <a:pt x="1" y="35254"/>
                    <a:pt x="1655" y="40025"/>
                  </a:cubicBezTo>
                  <a:cubicBezTo>
                    <a:pt x="3074" y="44125"/>
                    <a:pt x="6090" y="48728"/>
                    <a:pt x="10638" y="53700"/>
                  </a:cubicBezTo>
                  <a:cubicBezTo>
                    <a:pt x="18995" y="62829"/>
                    <a:pt x="30805" y="71577"/>
                    <a:pt x="40291" y="78605"/>
                  </a:cubicBezTo>
                  <a:cubicBezTo>
                    <a:pt x="43073" y="80672"/>
                    <a:pt x="45699" y="82616"/>
                    <a:pt x="47833" y="84281"/>
                  </a:cubicBezTo>
                  <a:cubicBezTo>
                    <a:pt x="54034" y="89119"/>
                    <a:pt x="60771" y="91599"/>
                    <a:pt x="67587" y="91599"/>
                  </a:cubicBezTo>
                  <a:cubicBezTo>
                    <a:pt x="69553" y="91599"/>
                    <a:pt x="71531" y="91387"/>
                    <a:pt x="73497" y="90974"/>
                  </a:cubicBezTo>
                  <a:cubicBezTo>
                    <a:pt x="81274" y="89342"/>
                    <a:pt x="88894" y="84415"/>
                    <a:pt x="94960" y="77119"/>
                  </a:cubicBezTo>
                  <a:cubicBezTo>
                    <a:pt x="109106" y="60114"/>
                    <a:pt x="113005" y="33019"/>
                    <a:pt x="95050" y="17109"/>
                  </a:cubicBezTo>
                  <a:cubicBezTo>
                    <a:pt x="86391" y="9444"/>
                    <a:pt x="77564" y="7645"/>
                    <a:pt x="66380" y="5366"/>
                  </a:cubicBezTo>
                  <a:cubicBezTo>
                    <a:pt x="61151" y="4293"/>
                    <a:pt x="55207" y="3087"/>
                    <a:pt x="48514" y="1109"/>
                  </a:cubicBezTo>
                  <a:cubicBezTo>
                    <a:pt x="46014" y="370"/>
                    <a:pt x="43497" y="1"/>
                    <a:pt x="409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414625" y="1942900"/>
              <a:ext cx="2790200" cy="2330925"/>
            </a:xfrm>
            <a:custGeom>
              <a:rect b="b" l="l" r="r" t="t"/>
              <a:pathLst>
                <a:path extrusionOk="0" h="93237" w="111608">
                  <a:moveTo>
                    <a:pt x="40324" y="233"/>
                  </a:moveTo>
                  <a:lnTo>
                    <a:pt x="40324" y="244"/>
                  </a:lnTo>
                  <a:cubicBezTo>
                    <a:pt x="43262" y="244"/>
                    <a:pt x="46167" y="858"/>
                    <a:pt x="49050" y="2110"/>
                  </a:cubicBezTo>
                  <a:cubicBezTo>
                    <a:pt x="57698" y="5830"/>
                    <a:pt x="65150" y="7037"/>
                    <a:pt x="71742" y="8098"/>
                  </a:cubicBezTo>
                  <a:cubicBezTo>
                    <a:pt x="80535" y="9529"/>
                    <a:pt x="88133" y="10758"/>
                    <a:pt x="95060" y="17662"/>
                  </a:cubicBezTo>
                  <a:cubicBezTo>
                    <a:pt x="111607" y="34165"/>
                    <a:pt x="107451" y="62198"/>
                    <a:pt x="94111" y="78712"/>
                  </a:cubicBezTo>
                  <a:cubicBezTo>
                    <a:pt x="86443" y="88197"/>
                    <a:pt x="77059" y="93046"/>
                    <a:pt x="67212" y="93046"/>
                  </a:cubicBezTo>
                  <a:cubicBezTo>
                    <a:pt x="60774" y="93046"/>
                    <a:pt x="54138" y="90973"/>
                    <a:pt x="47653" y="86768"/>
                  </a:cubicBezTo>
                  <a:cubicBezTo>
                    <a:pt x="31519" y="76287"/>
                    <a:pt x="3509" y="54154"/>
                    <a:pt x="872" y="37606"/>
                  </a:cubicBezTo>
                  <a:cubicBezTo>
                    <a:pt x="235" y="33618"/>
                    <a:pt x="1106" y="30109"/>
                    <a:pt x="3453" y="27204"/>
                  </a:cubicBezTo>
                  <a:cubicBezTo>
                    <a:pt x="9676" y="19450"/>
                    <a:pt x="17106" y="10813"/>
                    <a:pt x="25039" y="5517"/>
                  </a:cubicBezTo>
                  <a:cubicBezTo>
                    <a:pt x="30324" y="1998"/>
                    <a:pt x="35374" y="233"/>
                    <a:pt x="40324" y="233"/>
                  </a:cubicBezTo>
                  <a:close/>
                  <a:moveTo>
                    <a:pt x="40324" y="1"/>
                  </a:moveTo>
                  <a:cubicBezTo>
                    <a:pt x="35335" y="1"/>
                    <a:pt x="30232" y="1772"/>
                    <a:pt x="24905" y="5327"/>
                  </a:cubicBezTo>
                  <a:cubicBezTo>
                    <a:pt x="16950" y="10646"/>
                    <a:pt x="9508" y="19294"/>
                    <a:pt x="3274" y="27048"/>
                  </a:cubicBezTo>
                  <a:cubicBezTo>
                    <a:pt x="883" y="30020"/>
                    <a:pt x="0" y="33584"/>
                    <a:pt x="637" y="37640"/>
                  </a:cubicBezTo>
                  <a:cubicBezTo>
                    <a:pt x="1855" y="45249"/>
                    <a:pt x="8291" y="54567"/>
                    <a:pt x="19776" y="65338"/>
                  </a:cubicBezTo>
                  <a:cubicBezTo>
                    <a:pt x="31341" y="76198"/>
                    <a:pt x="43944" y="84634"/>
                    <a:pt x="47530" y="86958"/>
                  </a:cubicBezTo>
                  <a:cubicBezTo>
                    <a:pt x="51977" y="89851"/>
                    <a:pt x="56536" y="91762"/>
                    <a:pt x="61083" y="92656"/>
                  </a:cubicBezTo>
                  <a:cubicBezTo>
                    <a:pt x="63072" y="93047"/>
                    <a:pt x="65061" y="93237"/>
                    <a:pt x="67038" y="93237"/>
                  </a:cubicBezTo>
                  <a:cubicBezTo>
                    <a:pt x="69284" y="93237"/>
                    <a:pt x="71519" y="92980"/>
                    <a:pt x="73731" y="92477"/>
                  </a:cubicBezTo>
                  <a:cubicBezTo>
                    <a:pt x="81384" y="90734"/>
                    <a:pt x="88502" y="86019"/>
                    <a:pt x="94289" y="78857"/>
                  </a:cubicBezTo>
                  <a:cubicBezTo>
                    <a:pt x="101205" y="70299"/>
                    <a:pt x="105507" y="59047"/>
                    <a:pt x="106088" y="47997"/>
                  </a:cubicBezTo>
                  <a:cubicBezTo>
                    <a:pt x="106390" y="42210"/>
                    <a:pt x="105675" y="36701"/>
                    <a:pt x="103965" y="31651"/>
                  </a:cubicBezTo>
                  <a:cubicBezTo>
                    <a:pt x="102133" y="26210"/>
                    <a:pt x="99194" y="21450"/>
                    <a:pt x="95228" y="17495"/>
                  </a:cubicBezTo>
                  <a:cubicBezTo>
                    <a:pt x="88245" y="10534"/>
                    <a:pt x="80614" y="9305"/>
                    <a:pt x="71776" y="7875"/>
                  </a:cubicBezTo>
                  <a:cubicBezTo>
                    <a:pt x="65206" y="6802"/>
                    <a:pt x="57765" y="5596"/>
                    <a:pt x="49150" y="1886"/>
                  </a:cubicBezTo>
                  <a:cubicBezTo>
                    <a:pt x="46233" y="630"/>
                    <a:pt x="43299" y="1"/>
                    <a:pt x="403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413500" y="1901175"/>
              <a:ext cx="2766750" cy="2374325"/>
            </a:xfrm>
            <a:custGeom>
              <a:rect b="b" l="l" r="r" t="t"/>
              <a:pathLst>
                <a:path extrusionOk="0" h="94973" w="110670">
                  <a:moveTo>
                    <a:pt x="40492" y="214"/>
                  </a:moveTo>
                  <a:cubicBezTo>
                    <a:pt x="43721" y="214"/>
                    <a:pt x="46871" y="1131"/>
                    <a:pt x="50033" y="2941"/>
                  </a:cubicBezTo>
                  <a:cubicBezTo>
                    <a:pt x="59374" y="8293"/>
                    <a:pt x="67530" y="9119"/>
                    <a:pt x="74737" y="9834"/>
                  </a:cubicBezTo>
                  <a:cubicBezTo>
                    <a:pt x="82714" y="10639"/>
                    <a:pt x="89619" y="11332"/>
                    <a:pt x="95608" y="18102"/>
                  </a:cubicBezTo>
                  <a:cubicBezTo>
                    <a:pt x="110669" y="35130"/>
                    <a:pt x="106859" y="64158"/>
                    <a:pt x="93843" y="80593"/>
                  </a:cubicBezTo>
                  <a:cubicBezTo>
                    <a:pt x="86416" y="89965"/>
                    <a:pt x="77075" y="94755"/>
                    <a:pt x="66867" y="94755"/>
                  </a:cubicBezTo>
                  <a:cubicBezTo>
                    <a:pt x="60719" y="94755"/>
                    <a:pt x="54257" y="93017"/>
                    <a:pt x="47709" y="89498"/>
                  </a:cubicBezTo>
                  <a:cubicBezTo>
                    <a:pt x="33441" y="81822"/>
                    <a:pt x="4034" y="56895"/>
                    <a:pt x="1017" y="38583"/>
                  </a:cubicBezTo>
                  <a:cubicBezTo>
                    <a:pt x="246" y="33923"/>
                    <a:pt x="1285" y="30035"/>
                    <a:pt x="4101" y="27019"/>
                  </a:cubicBezTo>
                  <a:cubicBezTo>
                    <a:pt x="5028" y="26024"/>
                    <a:pt x="5956" y="25019"/>
                    <a:pt x="6872" y="24013"/>
                  </a:cubicBezTo>
                  <a:cubicBezTo>
                    <a:pt x="14045" y="16237"/>
                    <a:pt x="20805" y="8885"/>
                    <a:pt x="27911" y="4404"/>
                  </a:cubicBezTo>
                  <a:cubicBezTo>
                    <a:pt x="32358" y="1611"/>
                    <a:pt x="36492" y="214"/>
                    <a:pt x="40492" y="214"/>
                  </a:cubicBezTo>
                  <a:close/>
                  <a:moveTo>
                    <a:pt x="40524" y="0"/>
                  </a:moveTo>
                  <a:cubicBezTo>
                    <a:pt x="39921" y="0"/>
                    <a:pt x="39314" y="31"/>
                    <a:pt x="38704" y="92"/>
                  </a:cubicBezTo>
                  <a:cubicBezTo>
                    <a:pt x="35207" y="438"/>
                    <a:pt x="31631" y="1790"/>
                    <a:pt x="27788" y="4214"/>
                  </a:cubicBezTo>
                  <a:cubicBezTo>
                    <a:pt x="20659" y="8706"/>
                    <a:pt x="13877" y="16069"/>
                    <a:pt x="6704" y="23857"/>
                  </a:cubicBezTo>
                  <a:cubicBezTo>
                    <a:pt x="5777" y="24862"/>
                    <a:pt x="4850" y="25868"/>
                    <a:pt x="3922" y="26862"/>
                  </a:cubicBezTo>
                  <a:cubicBezTo>
                    <a:pt x="1062" y="29935"/>
                    <a:pt x="0" y="33890"/>
                    <a:pt x="783" y="38616"/>
                  </a:cubicBezTo>
                  <a:cubicBezTo>
                    <a:pt x="1486" y="42862"/>
                    <a:pt x="3654" y="47733"/>
                    <a:pt x="7252" y="53085"/>
                  </a:cubicBezTo>
                  <a:cubicBezTo>
                    <a:pt x="10414" y="57800"/>
                    <a:pt x="14604" y="62783"/>
                    <a:pt x="19687" y="67901"/>
                  </a:cubicBezTo>
                  <a:cubicBezTo>
                    <a:pt x="28503" y="76772"/>
                    <a:pt x="39464" y="85331"/>
                    <a:pt x="47598" y="89699"/>
                  </a:cubicBezTo>
                  <a:cubicBezTo>
                    <a:pt x="54123" y="93208"/>
                    <a:pt x="60525" y="94973"/>
                    <a:pt x="66703" y="94973"/>
                  </a:cubicBezTo>
                  <a:cubicBezTo>
                    <a:pt x="69262" y="94973"/>
                    <a:pt x="71787" y="94671"/>
                    <a:pt x="74268" y="94057"/>
                  </a:cubicBezTo>
                  <a:cubicBezTo>
                    <a:pt x="81731" y="92235"/>
                    <a:pt x="88569" y="87621"/>
                    <a:pt x="94021" y="80727"/>
                  </a:cubicBezTo>
                  <a:cubicBezTo>
                    <a:pt x="100781" y="72213"/>
                    <a:pt x="104993" y="60705"/>
                    <a:pt x="105586" y="49175"/>
                  </a:cubicBezTo>
                  <a:cubicBezTo>
                    <a:pt x="106211" y="36895"/>
                    <a:pt x="102736" y="25801"/>
                    <a:pt x="95776" y="17946"/>
                  </a:cubicBezTo>
                  <a:cubicBezTo>
                    <a:pt x="89731" y="11108"/>
                    <a:pt x="82793" y="10404"/>
                    <a:pt x="74759" y="9600"/>
                  </a:cubicBezTo>
                  <a:cubicBezTo>
                    <a:pt x="67586" y="8885"/>
                    <a:pt x="59452" y="8069"/>
                    <a:pt x="50156" y="2728"/>
                  </a:cubicBezTo>
                  <a:cubicBezTo>
                    <a:pt x="46968" y="898"/>
                    <a:pt x="43795" y="0"/>
                    <a:pt x="405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411550" y="1857825"/>
              <a:ext cx="2724850" cy="2419925"/>
            </a:xfrm>
            <a:custGeom>
              <a:rect b="b" l="l" r="r" t="t"/>
              <a:pathLst>
                <a:path extrusionOk="0" h="96797" w="108994">
                  <a:moveTo>
                    <a:pt x="40994" y="239"/>
                  </a:moveTo>
                  <a:cubicBezTo>
                    <a:pt x="44435" y="239"/>
                    <a:pt x="47743" y="1434"/>
                    <a:pt x="51050" y="3837"/>
                  </a:cubicBezTo>
                  <a:cubicBezTo>
                    <a:pt x="60659" y="10786"/>
                    <a:pt x="69251" y="11054"/>
                    <a:pt x="76837" y="11300"/>
                  </a:cubicBezTo>
                  <a:cubicBezTo>
                    <a:pt x="84379" y="11535"/>
                    <a:pt x="90882" y="11747"/>
                    <a:pt x="96178" y="18607"/>
                  </a:cubicBezTo>
                  <a:cubicBezTo>
                    <a:pt x="108993" y="35188"/>
                    <a:pt x="107831" y="64495"/>
                    <a:pt x="93641" y="82606"/>
                  </a:cubicBezTo>
                  <a:cubicBezTo>
                    <a:pt x="88970" y="88570"/>
                    <a:pt x="80111" y="96605"/>
                    <a:pt x="66325" y="96605"/>
                  </a:cubicBezTo>
                  <a:cubicBezTo>
                    <a:pt x="60922" y="96605"/>
                    <a:pt x="54761" y="95370"/>
                    <a:pt x="47798" y="92294"/>
                  </a:cubicBezTo>
                  <a:cubicBezTo>
                    <a:pt x="40000" y="88841"/>
                    <a:pt x="29005" y="80249"/>
                    <a:pt x="19788" y="70417"/>
                  </a:cubicBezTo>
                  <a:cubicBezTo>
                    <a:pt x="9363" y="59288"/>
                    <a:pt x="2570" y="48093"/>
                    <a:pt x="1151" y="39724"/>
                  </a:cubicBezTo>
                  <a:cubicBezTo>
                    <a:pt x="246" y="34317"/>
                    <a:pt x="1464" y="30004"/>
                    <a:pt x="4771" y="26909"/>
                  </a:cubicBezTo>
                  <a:cubicBezTo>
                    <a:pt x="7509" y="24350"/>
                    <a:pt x="10179" y="21669"/>
                    <a:pt x="12771" y="19066"/>
                  </a:cubicBezTo>
                  <a:cubicBezTo>
                    <a:pt x="19318" y="12473"/>
                    <a:pt x="25508" y="6239"/>
                    <a:pt x="31776" y="2853"/>
                  </a:cubicBezTo>
                  <a:cubicBezTo>
                    <a:pt x="35005" y="1110"/>
                    <a:pt x="38056" y="239"/>
                    <a:pt x="40994" y="239"/>
                  </a:cubicBezTo>
                  <a:close/>
                  <a:moveTo>
                    <a:pt x="40998" y="1"/>
                  </a:moveTo>
                  <a:cubicBezTo>
                    <a:pt x="38016" y="1"/>
                    <a:pt x="34934" y="886"/>
                    <a:pt x="31665" y="2652"/>
                  </a:cubicBezTo>
                  <a:cubicBezTo>
                    <a:pt x="25363" y="6049"/>
                    <a:pt x="19162" y="12295"/>
                    <a:pt x="12603" y="18898"/>
                  </a:cubicBezTo>
                  <a:cubicBezTo>
                    <a:pt x="10011" y="21501"/>
                    <a:pt x="7341" y="24183"/>
                    <a:pt x="4615" y="26741"/>
                  </a:cubicBezTo>
                  <a:cubicBezTo>
                    <a:pt x="1240" y="29892"/>
                    <a:pt x="0" y="34272"/>
                    <a:pt x="928" y="39758"/>
                  </a:cubicBezTo>
                  <a:cubicBezTo>
                    <a:pt x="4101" y="58562"/>
                    <a:pt x="31922" y="85523"/>
                    <a:pt x="47709" y="92506"/>
                  </a:cubicBezTo>
                  <a:cubicBezTo>
                    <a:pt x="54167" y="95355"/>
                    <a:pt x="60368" y="96796"/>
                    <a:pt x="66245" y="96796"/>
                  </a:cubicBezTo>
                  <a:lnTo>
                    <a:pt x="66245" y="96785"/>
                  </a:lnTo>
                  <a:cubicBezTo>
                    <a:pt x="69172" y="96785"/>
                    <a:pt x="72010" y="96439"/>
                    <a:pt x="74770" y="95724"/>
                  </a:cubicBezTo>
                  <a:cubicBezTo>
                    <a:pt x="82066" y="93835"/>
                    <a:pt x="88658" y="89344"/>
                    <a:pt x="93831" y="82752"/>
                  </a:cubicBezTo>
                  <a:cubicBezTo>
                    <a:pt x="100468" y="74283"/>
                    <a:pt x="104602" y="62506"/>
                    <a:pt x="105194" y="50439"/>
                  </a:cubicBezTo>
                  <a:cubicBezTo>
                    <a:pt x="105798" y="37959"/>
                    <a:pt x="102658" y="26607"/>
                    <a:pt x="96368" y="18462"/>
                  </a:cubicBezTo>
                  <a:cubicBezTo>
                    <a:pt x="91005" y="11513"/>
                    <a:pt x="84446" y="11300"/>
                    <a:pt x="76848" y="11066"/>
                  </a:cubicBezTo>
                  <a:cubicBezTo>
                    <a:pt x="69295" y="10831"/>
                    <a:pt x="60737" y="10552"/>
                    <a:pt x="51195" y="3647"/>
                  </a:cubicBezTo>
                  <a:cubicBezTo>
                    <a:pt x="47840" y="1213"/>
                    <a:pt x="44487" y="1"/>
                    <a:pt x="4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2407925" y="1814275"/>
              <a:ext cx="2714775" cy="2467100"/>
            </a:xfrm>
            <a:custGeom>
              <a:rect b="b" l="l" r="r" t="t"/>
              <a:pathLst>
                <a:path extrusionOk="0" h="98684" w="108591">
                  <a:moveTo>
                    <a:pt x="41720" y="249"/>
                  </a:moveTo>
                  <a:cubicBezTo>
                    <a:pt x="45117" y="249"/>
                    <a:pt x="48558" y="1579"/>
                    <a:pt x="52145" y="4741"/>
                  </a:cubicBezTo>
                  <a:cubicBezTo>
                    <a:pt x="59922" y="11618"/>
                    <a:pt x="67243" y="12723"/>
                    <a:pt x="73920" y="12723"/>
                  </a:cubicBezTo>
                  <a:cubicBezTo>
                    <a:pt x="75530" y="12723"/>
                    <a:pt x="77103" y="12658"/>
                    <a:pt x="78636" y="12595"/>
                  </a:cubicBezTo>
                  <a:cubicBezTo>
                    <a:pt x="80041" y="12539"/>
                    <a:pt x="81409" y="12484"/>
                    <a:pt x="82735" y="12484"/>
                  </a:cubicBezTo>
                  <a:cubicBezTo>
                    <a:pt x="88242" y="12484"/>
                    <a:pt x="93035" y="13427"/>
                    <a:pt x="96825" y="19109"/>
                  </a:cubicBezTo>
                  <a:cubicBezTo>
                    <a:pt x="108591" y="36785"/>
                    <a:pt x="107071" y="67421"/>
                    <a:pt x="93563" y="84684"/>
                  </a:cubicBezTo>
                  <a:cubicBezTo>
                    <a:pt x="86470" y="93762"/>
                    <a:pt x="76811" y="98405"/>
                    <a:pt x="65498" y="98405"/>
                  </a:cubicBezTo>
                  <a:cubicBezTo>
                    <a:pt x="60005" y="98405"/>
                    <a:pt x="54123" y="97310"/>
                    <a:pt x="47955" y="95097"/>
                  </a:cubicBezTo>
                  <a:cubicBezTo>
                    <a:pt x="40089" y="92270"/>
                    <a:pt x="29285" y="83868"/>
                    <a:pt x="19787" y="73175"/>
                  </a:cubicBezTo>
                  <a:cubicBezTo>
                    <a:pt x="9598" y="61712"/>
                    <a:pt x="2871" y="49980"/>
                    <a:pt x="1330" y="40975"/>
                  </a:cubicBezTo>
                  <a:cubicBezTo>
                    <a:pt x="257" y="34729"/>
                    <a:pt x="1665" y="29958"/>
                    <a:pt x="5519" y="26807"/>
                  </a:cubicBezTo>
                  <a:cubicBezTo>
                    <a:pt x="9609" y="23456"/>
                    <a:pt x="13441" y="19757"/>
                    <a:pt x="17151" y="16171"/>
                  </a:cubicBezTo>
                  <a:cubicBezTo>
                    <a:pt x="25799" y="7813"/>
                    <a:pt x="33620" y="249"/>
                    <a:pt x="41720" y="249"/>
                  </a:cubicBezTo>
                  <a:close/>
                  <a:moveTo>
                    <a:pt x="41720" y="1"/>
                  </a:moveTo>
                  <a:cubicBezTo>
                    <a:pt x="33550" y="1"/>
                    <a:pt x="25684" y="7601"/>
                    <a:pt x="16983" y="16003"/>
                  </a:cubicBezTo>
                  <a:cubicBezTo>
                    <a:pt x="13285" y="19578"/>
                    <a:pt x="9452" y="23288"/>
                    <a:pt x="5363" y="26629"/>
                  </a:cubicBezTo>
                  <a:cubicBezTo>
                    <a:pt x="1441" y="29835"/>
                    <a:pt x="0" y="34673"/>
                    <a:pt x="1095" y="41020"/>
                  </a:cubicBezTo>
                  <a:cubicBezTo>
                    <a:pt x="2648" y="50058"/>
                    <a:pt x="9397" y="61835"/>
                    <a:pt x="19609" y="73332"/>
                  </a:cubicBezTo>
                  <a:cubicBezTo>
                    <a:pt x="29139" y="84058"/>
                    <a:pt x="39966" y="92482"/>
                    <a:pt x="47876" y="95320"/>
                  </a:cubicBezTo>
                  <a:cubicBezTo>
                    <a:pt x="54122" y="97555"/>
                    <a:pt x="60044" y="98683"/>
                    <a:pt x="65586" y="98683"/>
                  </a:cubicBezTo>
                  <a:cubicBezTo>
                    <a:pt x="68960" y="98683"/>
                    <a:pt x="72200" y="98259"/>
                    <a:pt x="75273" y="97421"/>
                  </a:cubicBezTo>
                  <a:cubicBezTo>
                    <a:pt x="82546" y="95443"/>
                    <a:pt x="88759" y="91209"/>
                    <a:pt x="93753" y="84829"/>
                  </a:cubicBezTo>
                  <a:cubicBezTo>
                    <a:pt x="100412" y="76315"/>
                    <a:pt x="104390" y="64561"/>
                    <a:pt x="104948" y="51746"/>
                  </a:cubicBezTo>
                  <a:cubicBezTo>
                    <a:pt x="105485" y="39299"/>
                    <a:pt x="102602" y="27355"/>
                    <a:pt x="97027" y="18986"/>
                  </a:cubicBezTo>
                  <a:cubicBezTo>
                    <a:pt x="93175" y="13204"/>
                    <a:pt x="88318" y="12250"/>
                    <a:pt x="82744" y="12250"/>
                  </a:cubicBezTo>
                  <a:cubicBezTo>
                    <a:pt x="81414" y="12250"/>
                    <a:pt x="80043" y="12305"/>
                    <a:pt x="78636" y="12361"/>
                  </a:cubicBezTo>
                  <a:cubicBezTo>
                    <a:pt x="77121" y="12421"/>
                    <a:pt x="75567" y="12483"/>
                    <a:pt x="73977" y="12483"/>
                  </a:cubicBezTo>
                  <a:cubicBezTo>
                    <a:pt x="67324" y="12483"/>
                    <a:pt x="60038" y="11397"/>
                    <a:pt x="52301" y="4562"/>
                  </a:cubicBezTo>
                  <a:cubicBezTo>
                    <a:pt x="48663" y="1351"/>
                    <a:pt x="45164" y="1"/>
                    <a:pt x="417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403450" y="1769800"/>
              <a:ext cx="2698850" cy="2517150"/>
            </a:xfrm>
            <a:custGeom>
              <a:rect b="b" l="l" r="r" t="t"/>
              <a:pathLst>
                <a:path extrusionOk="0" h="100686" w="107954">
                  <a:moveTo>
                    <a:pt x="42625" y="240"/>
                  </a:moveTo>
                  <a:cubicBezTo>
                    <a:pt x="46324" y="240"/>
                    <a:pt x="49787" y="2028"/>
                    <a:pt x="53262" y="5682"/>
                  </a:cubicBezTo>
                  <a:cubicBezTo>
                    <a:pt x="57552" y="10184"/>
                    <a:pt x="62167" y="12877"/>
                    <a:pt x="67396" y="13883"/>
                  </a:cubicBezTo>
                  <a:cubicBezTo>
                    <a:pt x="69240" y="14245"/>
                    <a:pt x="71067" y="14378"/>
                    <a:pt x="72850" y="14378"/>
                  </a:cubicBezTo>
                  <a:cubicBezTo>
                    <a:pt x="75463" y="14378"/>
                    <a:pt x="77980" y="14093"/>
                    <a:pt x="80312" y="13827"/>
                  </a:cubicBezTo>
                  <a:cubicBezTo>
                    <a:pt x="82441" y="13586"/>
                    <a:pt x="84482" y="13356"/>
                    <a:pt x="86408" y="13356"/>
                  </a:cubicBezTo>
                  <a:cubicBezTo>
                    <a:pt x="90826" y="13356"/>
                    <a:pt x="94636" y="14570"/>
                    <a:pt x="97507" y="19659"/>
                  </a:cubicBezTo>
                  <a:cubicBezTo>
                    <a:pt x="107183" y="36832"/>
                    <a:pt x="107954" y="68653"/>
                    <a:pt x="93585" y="86854"/>
                  </a:cubicBezTo>
                  <a:cubicBezTo>
                    <a:pt x="88272" y="93585"/>
                    <a:pt x="79264" y="100449"/>
                    <a:pt x="64619" y="100449"/>
                  </a:cubicBezTo>
                  <a:cubicBezTo>
                    <a:pt x="59769" y="100449"/>
                    <a:pt x="54301" y="99697"/>
                    <a:pt x="48145" y="97937"/>
                  </a:cubicBezTo>
                  <a:cubicBezTo>
                    <a:pt x="30670" y="92943"/>
                    <a:pt x="4950" y="62307"/>
                    <a:pt x="1497" y="42374"/>
                  </a:cubicBezTo>
                  <a:cubicBezTo>
                    <a:pt x="246" y="35167"/>
                    <a:pt x="1866" y="29916"/>
                    <a:pt x="6291" y="26743"/>
                  </a:cubicBezTo>
                  <a:cubicBezTo>
                    <a:pt x="11531" y="22978"/>
                    <a:pt x="16212" y="18553"/>
                    <a:pt x="20737" y="14274"/>
                  </a:cubicBezTo>
                  <a:cubicBezTo>
                    <a:pt x="26525" y="8799"/>
                    <a:pt x="32000" y="3615"/>
                    <a:pt x="37273" y="1402"/>
                  </a:cubicBezTo>
                  <a:cubicBezTo>
                    <a:pt x="39128" y="632"/>
                    <a:pt x="40905" y="240"/>
                    <a:pt x="42625" y="240"/>
                  </a:cubicBezTo>
                  <a:close/>
                  <a:moveTo>
                    <a:pt x="42638" y="0"/>
                  </a:moveTo>
                  <a:cubicBezTo>
                    <a:pt x="40879" y="0"/>
                    <a:pt x="39069" y="399"/>
                    <a:pt x="37184" y="1190"/>
                  </a:cubicBezTo>
                  <a:cubicBezTo>
                    <a:pt x="31866" y="3425"/>
                    <a:pt x="26380" y="8609"/>
                    <a:pt x="20570" y="14106"/>
                  </a:cubicBezTo>
                  <a:cubicBezTo>
                    <a:pt x="16056" y="18385"/>
                    <a:pt x="11386" y="22799"/>
                    <a:pt x="6157" y="26553"/>
                  </a:cubicBezTo>
                  <a:cubicBezTo>
                    <a:pt x="1643" y="29782"/>
                    <a:pt x="0" y="35111"/>
                    <a:pt x="1263" y="42419"/>
                  </a:cubicBezTo>
                  <a:cubicBezTo>
                    <a:pt x="2916" y="51960"/>
                    <a:pt x="9777" y="64575"/>
                    <a:pt x="19620" y="76172"/>
                  </a:cubicBezTo>
                  <a:cubicBezTo>
                    <a:pt x="29341" y="87625"/>
                    <a:pt x="39977" y="95848"/>
                    <a:pt x="48089" y="98161"/>
                  </a:cubicBezTo>
                  <a:cubicBezTo>
                    <a:pt x="54268" y="99926"/>
                    <a:pt x="59754" y="100686"/>
                    <a:pt x="64625" y="100686"/>
                  </a:cubicBezTo>
                  <a:cubicBezTo>
                    <a:pt x="79351" y="100686"/>
                    <a:pt x="88424" y="93781"/>
                    <a:pt x="93764" y="86999"/>
                  </a:cubicBezTo>
                  <a:cubicBezTo>
                    <a:pt x="100423" y="78575"/>
                    <a:pt x="104345" y="66530"/>
                    <a:pt x="104826" y="53111"/>
                  </a:cubicBezTo>
                  <a:cubicBezTo>
                    <a:pt x="105272" y="40597"/>
                    <a:pt x="102680" y="28374"/>
                    <a:pt x="97708" y="19547"/>
                  </a:cubicBezTo>
                  <a:cubicBezTo>
                    <a:pt x="94784" y="14353"/>
                    <a:pt x="90912" y="13122"/>
                    <a:pt x="86423" y="13122"/>
                  </a:cubicBezTo>
                  <a:cubicBezTo>
                    <a:pt x="84481" y="13122"/>
                    <a:pt x="82424" y="13353"/>
                    <a:pt x="80278" y="13592"/>
                  </a:cubicBezTo>
                  <a:cubicBezTo>
                    <a:pt x="77866" y="13865"/>
                    <a:pt x="75358" y="14148"/>
                    <a:pt x="72773" y="14148"/>
                  </a:cubicBezTo>
                  <a:cubicBezTo>
                    <a:pt x="66667" y="14148"/>
                    <a:pt x="60134" y="12567"/>
                    <a:pt x="53430" y="5525"/>
                  </a:cubicBezTo>
                  <a:cubicBezTo>
                    <a:pt x="49914" y="1819"/>
                    <a:pt x="46393" y="0"/>
                    <a:pt x="42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398425" y="1724950"/>
              <a:ext cx="2719525" cy="2569825"/>
            </a:xfrm>
            <a:custGeom>
              <a:rect b="b" l="l" r="r" t="t"/>
              <a:pathLst>
                <a:path extrusionOk="0" h="102793" w="108781">
                  <a:moveTo>
                    <a:pt x="43664" y="236"/>
                  </a:moveTo>
                  <a:cubicBezTo>
                    <a:pt x="43888" y="236"/>
                    <a:pt x="44111" y="247"/>
                    <a:pt x="44335" y="258"/>
                  </a:cubicBezTo>
                  <a:cubicBezTo>
                    <a:pt x="47810" y="493"/>
                    <a:pt x="51106" y="2582"/>
                    <a:pt x="54402" y="6638"/>
                  </a:cubicBezTo>
                  <a:cubicBezTo>
                    <a:pt x="58647" y="11856"/>
                    <a:pt x="63318" y="14850"/>
                    <a:pt x="68681" y="15788"/>
                  </a:cubicBezTo>
                  <a:cubicBezTo>
                    <a:pt x="70032" y="16024"/>
                    <a:pt x="71375" y="16121"/>
                    <a:pt x="72699" y="16121"/>
                  </a:cubicBezTo>
                  <a:cubicBezTo>
                    <a:pt x="75951" y="16121"/>
                    <a:pt x="79088" y="15538"/>
                    <a:pt x="81954" y="15006"/>
                  </a:cubicBezTo>
                  <a:cubicBezTo>
                    <a:pt x="84467" y="14540"/>
                    <a:pt x="86878" y="14091"/>
                    <a:pt x="89073" y="14091"/>
                  </a:cubicBezTo>
                  <a:cubicBezTo>
                    <a:pt x="89874" y="14091"/>
                    <a:pt x="90646" y="14151"/>
                    <a:pt x="91384" y="14291"/>
                  </a:cubicBezTo>
                  <a:cubicBezTo>
                    <a:pt x="94423" y="14861"/>
                    <a:pt x="96591" y="16749"/>
                    <a:pt x="98211" y="20224"/>
                  </a:cubicBezTo>
                  <a:cubicBezTo>
                    <a:pt x="106010" y="37028"/>
                    <a:pt x="108781" y="70313"/>
                    <a:pt x="93697" y="89083"/>
                  </a:cubicBezTo>
                  <a:cubicBezTo>
                    <a:pt x="86538" y="97989"/>
                    <a:pt x="76134" y="102528"/>
                    <a:pt x="63168" y="102528"/>
                  </a:cubicBezTo>
                  <a:cubicBezTo>
                    <a:pt x="58549" y="102528"/>
                    <a:pt x="53606" y="101952"/>
                    <a:pt x="48368" y="100793"/>
                  </a:cubicBezTo>
                  <a:cubicBezTo>
                    <a:pt x="40178" y="98983"/>
                    <a:pt x="29508" y="90815"/>
                    <a:pt x="19821" y="78938"/>
                  </a:cubicBezTo>
                  <a:cubicBezTo>
                    <a:pt x="10212" y="67140"/>
                    <a:pt x="3419" y="54045"/>
                    <a:pt x="1654" y="43889"/>
                  </a:cubicBezTo>
                  <a:cubicBezTo>
                    <a:pt x="246" y="35755"/>
                    <a:pt x="2123" y="29811"/>
                    <a:pt x="7084" y="26693"/>
                  </a:cubicBezTo>
                  <a:cubicBezTo>
                    <a:pt x="13363" y="22738"/>
                    <a:pt x="18938" y="17520"/>
                    <a:pt x="23855" y="12917"/>
                  </a:cubicBezTo>
                  <a:cubicBezTo>
                    <a:pt x="31106" y="6124"/>
                    <a:pt x="37396" y="236"/>
                    <a:pt x="43664" y="236"/>
                  </a:cubicBezTo>
                  <a:close/>
                  <a:moveTo>
                    <a:pt x="43672" y="0"/>
                  </a:moveTo>
                  <a:cubicBezTo>
                    <a:pt x="37312" y="0"/>
                    <a:pt x="30979" y="5922"/>
                    <a:pt x="23698" y="12749"/>
                  </a:cubicBezTo>
                  <a:cubicBezTo>
                    <a:pt x="18782" y="17342"/>
                    <a:pt x="13218" y="22548"/>
                    <a:pt x="6961" y="26492"/>
                  </a:cubicBezTo>
                  <a:cubicBezTo>
                    <a:pt x="1911" y="29665"/>
                    <a:pt x="0" y="35699"/>
                    <a:pt x="1419" y="43933"/>
                  </a:cubicBezTo>
                  <a:cubicBezTo>
                    <a:pt x="3196" y="54123"/>
                    <a:pt x="10000" y="67263"/>
                    <a:pt x="19642" y="79084"/>
                  </a:cubicBezTo>
                  <a:cubicBezTo>
                    <a:pt x="29363" y="90994"/>
                    <a:pt x="40078" y="99206"/>
                    <a:pt x="48312" y="101027"/>
                  </a:cubicBezTo>
                  <a:cubicBezTo>
                    <a:pt x="53631" y="102201"/>
                    <a:pt x="58636" y="102793"/>
                    <a:pt x="63318" y="102793"/>
                  </a:cubicBezTo>
                  <a:cubicBezTo>
                    <a:pt x="67954" y="102793"/>
                    <a:pt x="72256" y="102212"/>
                    <a:pt x="76200" y="101050"/>
                  </a:cubicBezTo>
                  <a:cubicBezTo>
                    <a:pt x="83306" y="98960"/>
                    <a:pt x="89250" y="94983"/>
                    <a:pt x="93876" y="89229"/>
                  </a:cubicBezTo>
                  <a:cubicBezTo>
                    <a:pt x="97407" y="84838"/>
                    <a:pt x="100144" y="79441"/>
                    <a:pt x="102010" y="73184"/>
                  </a:cubicBezTo>
                  <a:cubicBezTo>
                    <a:pt x="103708" y="67486"/>
                    <a:pt x="104658" y="61196"/>
                    <a:pt x="104837" y="54514"/>
                  </a:cubicBezTo>
                  <a:cubicBezTo>
                    <a:pt x="105149" y="42302"/>
                    <a:pt x="102747" y="29453"/>
                    <a:pt x="98423" y="20124"/>
                  </a:cubicBezTo>
                  <a:cubicBezTo>
                    <a:pt x="96138" y="15206"/>
                    <a:pt x="92889" y="13858"/>
                    <a:pt x="89047" y="13858"/>
                  </a:cubicBezTo>
                  <a:cubicBezTo>
                    <a:pt x="86840" y="13858"/>
                    <a:pt x="84437" y="14303"/>
                    <a:pt x="81910" y="14772"/>
                  </a:cubicBezTo>
                  <a:cubicBezTo>
                    <a:pt x="78942" y="15326"/>
                    <a:pt x="75833" y="15904"/>
                    <a:pt x="72637" y="15904"/>
                  </a:cubicBezTo>
                  <a:cubicBezTo>
                    <a:pt x="66809" y="15904"/>
                    <a:pt x="60689" y="13982"/>
                    <a:pt x="54592" y="6493"/>
                  </a:cubicBezTo>
                  <a:cubicBezTo>
                    <a:pt x="51240" y="2381"/>
                    <a:pt x="47899" y="258"/>
                    <a:pt x="44357" y="23"/>
                  </a:cubicBezTo>
                  <a:cubicBezTo>
                    <a:pt x="44129" y="8"/>
                    <a:pt x="43900" y="0"/>
                    <a:pt x="43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391700" y="1679650"/>
              <a:ext cx="2741900" cy="2626025"/>
            </a:xfrm>
            <a:custGeom>
              <a:rect b="b" l="l" r="r" t="t"/>
              <a:pathLst>
                <a:path extrusionOk="0" h="105041" w="109676">
                  <a:moveTo>
                    <a:pt x="44872" y="238"/>
                  </a:moveTo>
                  <a:cubicBezTo>
                    <a:pt x="45174" y="238"/>
                    <a:pt x="45464" y="249"/>
                    <a:pt x="45766" y="282"/>
                  </a:cubicBezTo>
                  <a:cubicBezTo>
                    <a:pt x="49162" y="629"/>
                    <a:pt x="52391" y="3031"/>
                    <a:pt x="55620" y="7612"/>
                  </a:cubicBezTo>
                  <a:cubicBezTo>
                    <a:pt x="61330" y="15712"/>
                    <a:pt x="67385" y="17913"/>
                    <a:pt x="73117" y="17913"/>
                  </a:cubicBezTo>
                  <a:cubicBezTo>
                    <a:pt x="76838" y="17913"/>
                    <a:pt x="80413" y="16986"/>
                    <a:pt x="83676" y="16148"/>
                  </a:cubicBezTo>
                  <a:cubicBezTo>
                    <a:pt x="86507" y="15418"/>
                    <a:pt x="89095" y="14752"/>
                    <a:pt x="91364" y="14752"/>
                  </a:cubicBezTo>
                  <a:cubicBezTo>
                    <a:pt x="94653" y="14752"/>
                    <a:pt x="97270" y="16154"/>
                    <a:pt x="98983" y="20796"/>
                  </a:cubicBezTo>
                  <a:cubicBezTo>
                    <a:pt x="105575" y="38717"/>
                    <a:pt x="109675" y="72304"/>
                    <a:pt x="93933" y="91354"/>
                  </a:cubicBezTo>
                  <a:cubicBezTo>
                    <a:pt x="86549" y="100297"/>
                    <a:pt x="75724" y="104797"/>
                    <a:pt x="61661" y="104797"/>
                  </a:cubicBezTo>
                  <a:cubicBezTo>
                    <a:pt x="57593" y="104797"/>
                    <a:pt x="53253" y="104421"/>
                    <a:pt x="48648" y="103666"/>
                  </a:cubicBezTo>
                  <a:cubicBezTo>
                    <a:pt x="44291" y="102962"/>
                    <a:pt x="39442" y="100549"/>
                    <a:pt x="34235" y="96493"/>
                  </a:cubicBezTo>
                  <a:cubicBezTo>
                    <a:pt x="29442" y="92773"/>
                    <a:pt x="24481" y="87734"/>
                    <a:pt x="19900" y="81912"/>
                  </a:cubicBezTo>
                  <a:cubicBezTo>
                    <a:pt x="10459" y="69935"/>
                    <a:pt x="3710" y="56337"/>
                    <a:pt x="1845" y="45533"/>
                  </a:cubicBezTo>
                  <a:cubicBezTo>
                    <a:pt x="247" y="36271"/>
                    <a:pt x="2358" y="29746"/>
                    <a:pt x="7945" y="26662"/>
                  </a:cubicBezTo>
                  <a:cubicBezTo>
                    <a:pt x="15185" y="22662"/>
                    <a:pt x="21319" y="16941"/>
                    <a:pt x="26716" y="11891"/>
                  </a:cubicBezTo>
                  <a:cubicBezTo>
                    <a:pt x="33397" y="5668"/>
                    <a:pt x="39207" y="238"/>
                    <a:pt x="44872" y="238"/>
                  </a:cubicBezTo>
                  <a:close/>
                  <a:moveTo>
                    <a:pt x="44872" y="1"/>
                  </a:moveTo>
                  <a:cubicBezTo>
                    <a:pt x="39124" y="1"/>
                    <a:pt x="33275" y="5464"/>
                    <a:pt x="26559" y="11723"/>
                  </a:cubicBezTo>
                  <a:cubicBezTo>
                    <a:pt x="21163" y="16762"/>
                    <a:pt x="15051" y="22472"/>
                    <a:pt x="7833" y="26450"/>
                  </a:cubicBezTo>
                  <a:cubicBezTo>
                    <a:pt x="2146" y="29589"/>
                    <a:pt x="1" y="36204"/>
                    <a:pt x="1621" y="45567"/>
                  </a:cubicBezTo>
                  <a:cubicBezTo>
                    <a:pt x="3487" y="56416"/>
                    <a:pt x="10258" y="70047"/>
                    <a:pt x="19710" y="82058"/>
                  </a:cubicBezTo>
                  <a:cubicBezTo>
                    <a:pt x="24313" y="87890"/>
                    <a:pt x="29274" y="92951"/>
                    <a:pt x="34090" y="96683"/>
                  </a:cubicBezTo>
                  <a:cubicBezTo>
                    <a:pt x="39330" y="100750"/>
                    <a:pt x="44213" y="103186"/>
                    <a:pt x="48615" y="103901"/>
                  </a:cubicBezTo>
                  <a:cubicBezTo>
                    <a:pt x="53229" y="104661"/>
                    <a:pt x="57576" y="105041"/>
                    <a:pt x="61665" y="105041"/>
                  </a:cubicBezTo>
                  <a:cubicBezTo>
                    <a:pt x="75799" y="105041"/>
                    <a:pt x="86681" y="100504"/>
                    <a:pt x="94111" y="91510"/>
                  </a:cubicBezTo>
                  <a:cubicBezTo>
                    <a:pt x="102860" y="80929"/>
                    <a:pt x="104860" y="66337"/>
                    <a:pt x="105005" y="55969"/>
                  </a:cubicBezTo>
                  <a:cubicBezTo>
                    <a:pt x="105161" y="44203"/>
                    <a:pt x="102994" y="31030"/>
                    <a:pt x="99195" y="20718"/>
                  </a:cubicBezTo>
                  <a:cubicBezTo>
                    <a:pt x="97843" y="17031"/>
                    <a:pt x="95832" y="15098"/>
                    <a:pt x="92871" y="14640"/>
                  </a:cubicBezTo>
                  <a:cubicBezTo>
                    <a:pt x="92385" y="14564"/>
                    <a:pt x="91881" y="14530"/>
                    <a:pt x="91361" y="14530"/>
                  </a:cubicBezTo>
                  <a:cubicBezTo>
                    <a:pt x="89034" y="14530"/>
                    <a:pt x="86387" y="15212"/>
                    <a:pt x="83620" y="15925"/>
                  </a:cubicBezTo>
                  <a:cubicBezTo>
                    <a:pt x="80379" y="16759"/>
                    <a:pt x="76829" y="17673"/>
                    <a:pt x="73148" y="17673"/>
                  </a:cubicBezTo>
                  <a:cubicBezTo>
                    <a:pt x="67464" y="17673"/>
                    <a:pt x="61466" y="15494"/>
                    <a:pt x="55810" y="7478"/>
                  </a:cubicBezTo>
                  <a:cubicBezTo>
                    <a:pt x="52537" y="2841"/>
                    <a:pt x="49263" y="405"/>
                    <a:pt x="45788" y="48"/>
                  </a:cubicBezTo>
                  <a:cubicBezTo>
                    <a:pt x="45483" y="16"/>
                    <a:pt x="45178" y="1"/>
                    <a:pt x="44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5"/>
          <p:cNvSpPr txBox="1"/>
          <p:nvPr>
            <p:ph type="ctrTitle"/>
          </p:nvPr>
        </p:nvSpPr>
        <p:spPr>
          <a:xfrm>
            <a:off x="4042800" y="345600"/>
            <a:ext cx="4651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" name="Google Shape;134;p15"/>
          <p:cNvSpPr txBox="1"/>
          <p:nvPr>
            <p:ph idx="1" type="body"/>
          </p:nvPr>
        </p:nvSpPr>
        <p:spPr>
          <a:xfrm>
            <a:off x="4042800" y="1026000"/>
            <a:ext cx="4651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grpSp>
        <p:nvGrpSpPr>
          <p:cNvPr id="137" name="Google Shape;137;p16"/>
          <p:cNvGrpSpPr/>
          <p:nvPr/>
        </p:nvGrpSpPr>
        <p:grpSpPr>
          <a:xfrm flipH="1">
            <a:off x="-212251" y="-981472"/>
            <a:ext cx="1932364" cy="1906022"/>
            <a:chOff x="2578075" y="-36175"/>
            <a:chExt cx="3666725" cy="4182625"/>
          </a:xfrm>
        </p:grpSpPr>
        <p:sp>
          <p:nvSpPr>
            <p:cNvPr id="138" name="Google Shape;138;p16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 flipH="1">
            <a:off x="-438215" y="-846346"/>
            <a:ext cx="2352199" cy="1625026"/>
            <a:chOff x="2210200" y="260350"/>
            <a:chExt cx="4463375" cy="3566000"/>
          </a:xfrm>
        </p:grpSpPr>
        <p:sp>
          <p:nvSpPr>
            <p:cNvPr id="156" name="Google Shape;156;p1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" name="Google Shape;173;p16"/>
          <p:cNvGrpSpPr/>
          <p:nvPr/>
        </p:nvGrpSpPr>
        <p:grpSpPr>
          <a:xfrm flipH="1">
            <a:off x="4286185" y="4507529"/>
            <a:ext cx="2352199" cy="1625026"/>
            <a:chOff x="2210200" y="260350"/>
            <a:chExt cx="4463375" cy="3566000"/>
          </a:xfrm>
        </p:grpSpPr>
        <p:sp>
          <p:nvSpPr>
            <p:cNvPr id="174" name="Google Shape;174;p1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" name="Google Shape;191;p16"/>
          <p:cNvSpPr txBox="1"/>
          <p:nvPr>
            <p:ph type="ctrTitle"/>
          </p:nvPr>
        </p:nvSpPr>
        <p:spPr>
          <a:xfrm>
            <a:off x="358200" y="521550"/>
            <a:ext cx="84276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358200" y="1414350"/>
            <a:ext cx="26964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3" name="Google Shape;193;p16"/>
          <p:cNvSpPr txBox="1"/>
          <p:nvPr>
            <p:ph idx="2" type="body"/>
          </p:nvPr>
        </p:nvSpPr>
        <p:spPr>
          <a:xfrm>
            <a:off x="3209400" y="1414350"/>
            <a:ext cx="26964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3" type="body"/>
          </p:nvPr>
        </p:nvSpPr>
        <p:spPr>
          <a:xfrm>
            <a:off x="6060600" y="1414350"/>
            <a:ext cx="26964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357450" y="1388725"/>
            <a:ext cx="7254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4698454" y="1388725"/>
            <a:ext cx="725400" cy="1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" name="Google Shape;199;p17"/>
          <p:cNvGrpSpPr/>
          <p:nvPr/>
        </p:nvGrpSpPr>
        <p:grpSpPr>
          <a:xfrm flipH="1">
            <a:off x="8161474" y="-567347"/>
            <a:ext cx="1932364" cy="1906022"/>
            <a:chOff x="2578075" y="-36175"/>
            <a:chExt cx="3666725" cy="4182625"/>
          </a:xfrm>
        </p:grpSpPr>
        <p:sp>
          <p:nvSpPr>
            <p:cNvPr id="200" name="Google Shape;200;p17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17"/>
          <p:cNvGrpSpPr/>
          <p:nvPr/>
        </p:nvGrpSpPr>
        <p:grpSpPr>
          <a:xfrm flipH="1" rot="9733056">
            <a:off x="-325498" y="4411678"/>
            <a:ext cx="1549159" cy="1502489"/>
            <a:chOff x="2210200" y="260350"/>
            <a:chExt cx="4463375" cy="3566000"/>
          </a:xfrm>
        </p:grpSpPr>
        <p:sp>
          <p:nvSpPr>
            <p:cNvPr id="218" name="Google Shape;218;p17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17"/>
          <p:cNvSpPr txBox="1"/>
          <p:nvPr>
            <p:ph type="ctrTitle"/>
          </p:nvPr>
        </p:nvSpPr>
        <p:spPr>
          <a:xfrm>
            <a:off x="356400" y="446400"/>
            <a:ext cx="8427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6" name="Google Shape;236;p17"/>
          <p:cNvSpPr txBox="1"/>
          <p:nvPr>
            <p:ph idx="1" type="subTitle"/>
          </p:nvPr>
        </p:nvSpPr>
        <p:spPr>
          <a:xfrm>
            <a:off x="356400" y="1663200"/>
            <a:ext cx="4093200" cy="489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37" name="Google Shape;237;p17"/>
          <p:cNvSpPr txBox="1"/>
          <p:nvPr>
            <p:ph idx="2" type="body"/>
          </p:nvPr>
        </p:nvSpPr>
        <p:spPr>
          <a:xfrm>
            <a:off x="356400" y="2188800"/>
            <a:ext cx="4093200" cy="2530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17"/>
          <p:cNvSpPr txBox="1"/>
          <p:nvPr>
            <p:ph idx="3" type="subTitle"/>
          </p:nvPr>
        </p:nvSpPr>
        <p:spPr>
          <a:xfrm>
            <a:off x="4694400" y="1663200"/>
            <a:ext cx="4093200" cy="489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39" name="Google Shape;239;p17"/>
          <p:cNvSpPr txBox="1"/>
          <p:nvPr>
            <p:ph idx="4" type="body"/>
          </p:nvPr>
        </p:nvSpPr>
        <p:spPr>
          <a:xfrm>
            <a:off x="4694400" y="2188800"/>
            <a:ext cx="4093200" cy="2530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7200" y="1198225"/>
            <a:ext cx="2485500" cy="17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8714700" y="1208078"/>
            <a:ext cx="426900" cy="17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2400" y="3023725"/>
            <a:ext cx="2485500" cy="172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8709900" y="3033578"/>
            <a:ext cx="426900" cy="172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>
            <p:ph idx="2" type="pic"/>
          </p:nvPr>
        </p:nvSpPr>
        <p:spPr>
          <a:xfrm>
            <a:off x="414000" y="1198800"/>
            <a:ext cx="1674000" cy="17208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18"/>
          <p:cNvSpPr/>
          <p:nvPr>
            <p:ph idx="3" type="pic"/>
          </p:nvPr>
        </p:nvSpPr>
        <p:spPr>
          <a:xfrm>
            <a:off x="406800" y="3024000"/>
            <a:ext cx="1674000" cy="17208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18"/>
          <p:cNvSpPr txBox="1"/>
          <p:nvPr>
            <p:ph idx="1" type="subTitle"/>
          </p:nvPr>
        </p:nvSpPr>
        <p:spPr>
          <a:xfrm>
            <a:off x="2592000" y="1209600"/>
            <a:ext cx="60336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49" name="Google Shape;249;p18"/>
          <p:cNvSpPr txBox="1"/>
          <p:nvPr>
            <p:ph idx="4" type="body"/>
          </p:nvPr>
        </p:nvSpPr>
        <p:spPr>
          <a:xfrm>
            <a:off x="2592000" y="1612800"/>
            <a:ext cx="6033600" cy="13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0" name="Google Shape;250;p18"/>
          <p:cNvSpPr txBox="1"/>
          <p:nvPr>
            <p:ph idx="5" type="subTitle"/>
          </p:nvPr>
        </p:nvSpPr>
        <p:spPr>
          <a:xfrm>
            <a:off x="2584800" y="3034800"/>
            <a:ext cx="60336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251" name="Google Shape;251;p18"/>
          <p:cNvSpPr txBox="1"/>
          <p:nvPr>
            <p:ph idx="6" type="body"/>
          </p:nvPr>
        </p:nvSpPr>
        <p:spPr>
          <a:xfrm>
            <a:off x="2584800" y="3438000"/>
            <a:ext cx="6033600" cy="13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18"/>
          <p:cNvSpPr txBox="1"/>
          <p:nvPr>
            <p:ph type="ctrTitle"/>
          </p:nvPr>
        </p:nvSpPr>
        <p:spPr>
          <a:xfrm>
            <a:off x="2584800" y="257725"/>
            <a:ext cx="6199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253" name="Google Shape;253;p18"/>
          <p:cNvGrpSpPr/>
          <p:nvPr/>
        </p:nvGrpSpPr>
        <p:grpSpPr>
          <a:xfrm flipH="1" rot="9733056">
            <a:off x="6968277" y="4593903"/>
            <a:ext cx="1549159" cy="1502489"/>
            <a:chOff x="2210200" y="260350"/>
            <a:chExt cx="4463375" cy="3566000"/>
          </a:xfrm>
        </p:grpSpPr>
        <p:sp>
          <p:nvSpPr>
            <p:cNvPr id="254" name="Google Shape;254;p18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8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8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18"/>
          <p:cNvGrpSpPr/>
          <p:nvPr/>
        </p:nvGrpSpPr>
        <p:grpSpPr>
          <a:xfrm flipH="1" rot="9733228">
            <a:off x="-376232" y="-392725"/>
            <a:ext cx="950105" cy="921252"/>
            <a:chOff x="2210200" y="260350"/>
            <a:chExt cx="4463375" cy="3566000"/>
          </a:xfrm>
        </p:grpSpPr>
        <p:sp>
          <p:nvSpPr>
            <p:cNvPr id="272" name="Google Shape;272;p18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ONE_COLUMN_TEX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8714700" y="1208078"/>
            <a:ext cx="426900" cy="17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8709900" y="3033578"/>
            <a:ext cx="426900" cy="172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4800" y="1208078"/>
            <a:ext cx="426900" cy="17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0" y="3033578"/>
            <a:ext cx="426900" cy="172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19"/>
          <p:cNvGrpSpPr/>
          <p:nvPr/>
        </p:nvGrpSpPr>
        <p:grpSpPr>
          <a:xfrm rot="-9733056">
            <a:off x="1222244" y="4651878"/>
            <a:ext cx="1549159" cy="1502489"/>
            <a:chOff x="2210200" y="260350"/>
            <a:chExt cx="4463375" cy="3566000"/>
          </a:xfrm>
        </p:grpSpPr>
        <p:sp>
          <p:nvSpPr>
            <p:cNvPr id="296" name="Google Shape;296;p1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19"/>
          <p:cNvGrpSpPr/>
          <p:nvPr/>
        </p:nvGrpSpPr>
        <p:grpSpPr>
          <a:xfrm rot="-9733228">
            <a:off x="7641807" y="-392725"/>
            <a:ext cx="950105" cy="921252"/>
            <a:chOff x="2210200" y="260350"/>
            <a:chExt cx="4463375" cy="3566000"/>
          </a:xfrm>
        </p:grpSpPr>
        <p:sp>
          <p:nvSpPr>
            <p:cNvPr id="314" name="Google Shape;314;p1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19"/>
          <p:cNvSpPr txBox="1"/>
          <p:nvPr>
            <p:ph idx="1" type="subTitle"/>
          </p:nvPr>
        </p:nvSpPr>
        <p:spPr>
          <a:xfrm>
            <a:off x="525600" y="1209600"/>
            <a:ext cx="81000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32" name="Google Shape;332;p19"/>
          <p:cNvSpPr txBox="1"/>
          <p:nvPr>
            <p:ph idx="2" type="body"/>
          </p:nvPr>
        </p:nvSpPr>
        <p:spPr>
          <a:xfrm>
            <a:off x="525600" y="1711500"/>
            <a:ext cx="8100000" cy="12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3" name="Google Shape;333;p19"/>
          <p:cNvSpPr txBox="1"/>
          <p:nvPr>
            <p:ph idx="3" type="subTitle"/>
          </p:nvPr>
        </p:nvSpPr>
        <p:spPr>
          <a:xfrm>
            <a:off x="518400" y="3038400"/>
            <a:ext cx="8100000" cy="5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34" name="Google Shape;334;p19"/>
          <p:cNvSpPr txBox="1"/>
          <p:nvPr>
            <p:ph idx="4" type="body"/>
          </p:nvPr>
        </p:nvSpPr>
        <p:spPr>
          <a:xfrm>
            <a:off x="518400" y="3540300"/>
            <a:ext cx="8100000" cy="12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5" name="Google Shape;335;p19"/>
          <p:cNvSpPr txBox="1"/>
          <p:nvPr>
            <p:ph type="ctrTitle"/>
          </p:nvPr>
        </p:nvSpPr>
        <p:spPr>
          <a:xfrm>
            <a:off x="518400" y="313200"/>
            <a:ext cx="8265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MAIN_POIN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700688" y="966300"/>
            <a:ext cx="3813900" cy="3876300"/>
          </a:xfrm>
          <a:prstGeom prst="roundRect">
            <a:avLst>
              <a:gd fmla="val 5213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4629413" y="966300"/>
            <a:ext cx="3813900" cy="3876300"/>
          </a:xfrm>
          <a:prstGeom prst="roundRect">
            <a:avLst>
              <a:gd fmla="val 5213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20"/>
          <p:cNvGrpSpPr/>
          <p:nvPr/>
        </p:nvGrpSpPr>
        <p:grpSpPr>
          <a:xfrm rot="-9733115">
            <a:off x="8090644" y="-911839"/>
            <a:ext cx="2413019" cy="2339837"/>
            <a:chOff x="2210200" y="260350"/>
            <a:chExt cx="4463375" cy="3566000"/>
          </a:xfrm>
        </p:grpSpPr>
        <p:sp>
          <p:nvSpPr>
            <p:cNvPr id="341" name="Google Shape;341;p20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0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20"/>
          <p:cNvSpPr txBox="1"/>
          <p:nvPr>
            <p:ph type="ctrTitle"/>
          </p:nvPr>
        </p:nvSpPr>
        <p:spPr>
          <a:xfrm>
            <a:off x="700700" y="206450"/>
            <a:ext cx="7742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9" name="Google Shape;359;p20"/>
          <p:cNvSpPr txBox="1"/>
          <p:nvPr>
            <p:ph idx="1" type="subTitle"/>
          </p:nvPr>
        </p:nvSpPr>
        <p:spPr>
          <a:xfrm>
            <a:off x="878400" y="1148400"/>
            <a:ext cx="34596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60" name="Google Shape;360;p20"/>
          <p:cNvSpPr txBox="1"/>
          <p:nvPr>
            <p:ph idx="2" type="body"/>
          </p:nvPr>
        </p:nvSpPr>
        <p:spPr>
          <a:xfrm>
            <a:off x="878400" y="1843900"/>
            <a:ext cx="3459600" cy="28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1" name="Google Shape;361;p20"/>
          <p:cNvSpPr txBox="1"/>
          <p:nvPr>
            <p:ph idx="3" type="subTitle"/>
          </p:nvPr>
        </p:nvSpPr>
        <p:spPr>
          <a:xfrm>
            <a:off x="4806000" y="1148400"/>
            <a:ext cx="34596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62" name="Google Shape;362;p20"/>
          <p:cNvSpPr txBox="1"/>
          <p:nvPr>
            <p:ph idx="4" type="body"/>
          </p:nvPr>
        </p:nvSpPr>
        <p:spPr>
          <a:xfrm>
            <a:off x="4806000" y="1843900"/>
            <a:ext cx="3459600" cy="28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SECTION_TITLE_AND_DESCRIPTION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grpSp>
        <p:nvGrpSpPr>
          <p:cNvPr id="365" name="Google Shape;365;p21"/>
          <p:cNvGrpSpPr/>
          <p:nvPr/>
        </p:nvGrpSpPr>
        <p:grpSpPr>
          <a:xfrm flipH="1">
            <a:off x="6866883" y="4120623"/>
            <a:ext cx="2243302" cy="2213027"/>
            <a:chOff x="2578075" y="-36175"/>
            <a:chExt cx="3666725" cy="4182625"/>
          </a:xfrm>
        </p:grpSpPr>
        <p:sp>
          <p:nvSpPr>
            <p:cNvPr id="366" name="Google Shape;366;p21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21"/>
          <p:cNvGrpSpPr/>
          <p:nvPr/>
        </p:nvGrpSpPr>
        <p:grpSpPr>
          <a:xfrm flipH="1">
            <a:off x="6604559" y="4277514"/>
            <a:ext cx="2730693" cy="1886771"/>
            <a:chOff x="2210200" y="260350"/>
            <a:chExt cx="4463375" cy="3566000"/>
          </a:xfrm>
        </p:grpSpPr>
        <p:sp>
          <p:nvSpPr>
            <p:cNvPr id="384" name="Google Shape;384;p21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1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1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21"/>
          <p:cNvGrpSpPr/>
          <p:nvPr/>
        </p:nvGrpSpPr>
        <p:grpSpPr>
          <a:xfrm flipH="1">
            <a:off x="1725934" y="-1624661"/>
            <a:ext cx="2730693" cy="1886771"/>
            <a:chOff x="2210200" y="260350"/>
            <a:chExt cx="4463375" cy="3566000"/>
          </a:xfrm>
        </p:grpSpPr>
        <p:sp>
          <p:nvSpPr>
            <p:cNvPr id="402" name="Google Shape;402;p21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1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1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9" name="Google Shape;419;p21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0" name="Google Shape;420;p21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CAPTION_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423" name="Google Shape;423;p22"/>
          <p:cNvSpPr/>
          <p:nvPr>
            <p:ph idx="2" type="pic"/>
          </p:nvPr>
        </p:nvSpPr>
        <p:spPr>
          <a:xfrm>
            <a:off x="-3600" y="7200"/>
            <a:ext cx="3649800" cy="51444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22"/>
          <p:cNvSpPr txBox="1"/>
          <p:nvPr>
            <p:ph type="ctrTitle"/>
          </p:nvPr>
        </p:nvSpPr>
        <p:spPr>
          <a:xfrm>
            <a:off x="3909625" y="345600"/>
            <a:ext cx="4903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5" name="Google Shape;425;p22"/>
          <p:cNvSpPr txBox="1"/>
          <p:nvPr>
            <p:ph idx="1" type="body"/>
          </p:nvPr>
        </p:nvSpPr>
        <p:spPr>
          <a:xfrm>
            <a:off x="3909625" y="1026000"/>
            <a:ext cx="49032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426" name="Google Shape;426;p22"/>
          <p:cNvGrpSpPr/>
          <p:nvPr/>
        </p:nvGrpSpPr>
        <p:grpSpPr>
          <a:xfrm rot="-9733115">
            <a:off x="3499394" y="4521336"/>
            <a:ext cx="2413019" cy="2339837"/>
            <a:chOff x="2210200" y="260350"/>
            <a:chExt cx="4463375" cy="3566000"/>
          </a:xfrm>
        </p:grpSpPr>
        <p:sp>
          <p:nvSpPr>
            <p:cNvPr id="427" name="Google Shape;427;p22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22"/>
          <p:cNvGrpSpPr/>
          <p:nvPr/>
        </p:nvGrpSpPr>
        <p:grpSpPr>
          <a:xfrm flipH="1">
            <a:off x="8258606" y="-219451"/>
            <a:ext cx="1167119" cy="1028507"/>
            <a:chOff x="2578075" y="-36175"/>
            <a:chExt cx="3666725" cy="4182625"/>
          </a:xfrm>
        </p:grpSpPr>
        <p:sp>
          <p:nvSpPr>
            <p:cNvPr id="445" name="Google Shape;445;p22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BIG_NUMBER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6421500" y="0"/>
            <a:ext cx="2722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5" name="Google Shape;465;p23"/>
          <p:cNvGrpSpPr/>
          <p:nvPr/>
        </p:nvGrpSpPr>
        <p:grpSpPr>
          <a:xfrm flipH="1" rot="-4499822">
            <a:off x="-883029" y="4170083"/>
            <a:ext cx="1956947" cy="1807169"/>
            <a:chOff x="2210200" y="260350"/>
            <a:chExt cx="4463375" cy="3566000"/>
          </a:xfrm>
        </p:grpSpPr>
        <p:sp>
          <p:nvSpPr>
            <p:cNvPr id="466" name="Google Shape;466;p23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3" name="Google Shape;483;p23"/>
          <p:cNvSpPr/>
          <p:nvPr>
            <p:ph idx="2" type="pic"/>
          </p:nvPr>
        </p:nvSpPr>
        <p:spPr>
          <a:xfrm>
            <a:off x="6422400" y="360000"/>
            <a:ext cx="2721600" cy="44316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23"/>
          <p:cNvSpPr txBox="1"/>
          <p:nvPr>
            <p:ph type="ctrTitle"/>
          </p:nvPr>
        </p:nvSpPr>
        <p:spPr>
          <a:xfrm>
            <a:off x="338400" y="345600"/>
            <a:ext cx="5754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85" name="Google Shape;485;p23"/>
          <p:cNvSpPr txBox="1"/>
          <p:nvPr>
            <p:ph idx="1" type="body"/>
          </p:nvPr>
        </p:nvSpPr>
        <p:spPr>
          <a:xfrm>
            <a:off x="338400" y="1026000"/>
            <a:ext cx="57549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 type="blank">
  <p:cSld name="BLANK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488" name="Google Shape;488;p24"/>
          <p:cNvSpPr/>
          <p:nvPr/>
        </p:nvSpPr>
        <p:spPr>
          <a:xfrm>
            <a:off x="364600" y="1111250"/>
            <a:ext cx="25950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4"/>
          <p:cNvSpPr/>
          <p:nvPr/>
        </p:nvSpPr>
        <p:spPr>
          <a:xfrm>
            <a:off x="3285439" y="1111250"/>
            <a:ext cx="25950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4"/>
          <p:cNvSpPr/>
          <p:nvPr/>
        </p:nvSpPr>
        <p:spPr>
          <a:xfrm>
            <a:off x="6206289" y="1111250"/>
            <a:ext cx="25950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1" name="Google Shape;491;p24"/>
          <p:cNvGrpSpPr/>
          <p:nvPr/>
        </p:nvGrpSpPr>
        <p:grpSpPr>
          <a:xfrm flipH="1">
            <a:off x="1781862" y="4495675"/>
            <a:ext cx="2137510" cy="1889623"/>
            <a:chOff x="2210200" y="260350"/>
            <a:chExt cx="4463375" cy="3566000"/>
          </a:xfrm>
        </p:grpSpPr>
        <p:sp>
          <p:nvSpPr>
            <p:cNvPr id="492" name="Google Shape;492;p24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4"/>
          <p:cNvSpPr txBox="1"/>
          <p:nvPr>
            <p:ph type="ctrTitle"/>
          </p:nvPr>
        </p:nvSpPr>
        <p:spPr>
          <a:xfrm>
            <a:off x="338400" y="288125"/>
            <a:ext cx="8463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0" name="Google Shape;510;p24"/>
          <p:cNvSpPr txBox="1"/>
          <p:nvPr>
            <p:ph idx="1" type="subTitle"/>
          </p:nvPr>
        </p:nvSpPr>
        <p:spPr>
          <a:xfrm>
            <a:off x="363600" y="1324800"/>
            <a:ext cx="25956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11" name="Google Shape;511;p24"/>
          <p:cNvSpPr txBox="1"/>
          <p:nvPr>
            <p:ph idx="2" type="body"/>
          </p:nvPr>
        </p:nvSpPr>
        <p:spPr>
          <a:xfrm>
            <a:off x="363600" y="2154075"/>
            <a:ext cx="25956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2" name="Google Shape;512;p24"/>
          <p:cNvSpPr txBox="1"/>
          <p:nvPr>
            <p:ph idx="3" type="subTitle"/>
          </p:nvPr>
        </p:nvSpPr>
        <p:spPr>
          <a:xfrm>
            <a:off x="3286800" y="1324800"/>
            <a:ext cx="25956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13" name="Google Shape;513;p24"/>
          <p:cNvSpPr txBox="1"/>
          <p:nvPr>
            <p:ph idx="4" type="body"/>
          </p:nvPr>
        </p:nvSpPr>
        <p:spPr>
          <a:xfrm>
            <a:off x="3286800" y="2154075"/>
            <a:ext cx="25956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24"/>
          <p:cNvSpPr txBox="1"/>
          <p:nvPr>
            <p:ph idx="5" type="subTitle"/>
          </p:nvPr>
        </p:nvSpPr>
        <p:spPr>
          <a:xfrm>
            <a:off x="6202800" y="1324800"/>
            <a:ext cx="2595600" cy="450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15" name="Google Shape;515;p24"/>
          <p:cNvSpPr txBox="1"/>
          <p:nvPr>
            <p:ph idx="6" type="body"/>
          </p:nvPr>
        </p:nvSpPr>
        <p:spPr>
          <a:xfrm>
            <a:off x="6202800" y="2154075"/>
            <a:ext cx="2595600" cy="263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>
  <p:cSld name="CUSTOM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"/>
          <p:cNvSpPr/>
          <p:nvPr/>
        </p:nvSpPr>
        <p:spPr>
          <a:xfrm>
            <a:off x="429675" y="1053875"/>
            <a:ext cx="2669100" cy="3792300"/>
          </a:xfrm>
          <a:prstGeom prst="roundRect">
            <a:avLst>
              <a:gd fmla="val 7443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3237450" y="1053875"/>
            <a:ext cx="2669100" cy="3792300"/>
          </a:xfrm>
          <a:prstGeom prst="roundRect">
            <a:avLst>
              <a:gd fmla="val 7443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6045225" y="1053875"/>
            <a:ext cx="2669100" cy="3792300"/>
          </a:xfrm>
          <a:prstGeom prst="roundRect">
            <a:avLst>
              <a:gd fmla="val 7443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5"/>
          <p:cNvSpPr/>
          <p:nvPr/>
        </p:nvSpPr>
        <p:spPr>
          <a:xfrm>
            <a:off x="668925" y="105387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5"/>
          <p:cNvSpPr/>
          <p:nvPr/>
        </p:nvSpPr>
        <p:spPr>
          <a:xfrm>
            <a:off x="668925" y="474481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5"/>
          <p:cNvSpPr/>
          <p:nvPr/>
        </p:nvSpPr>
        <p:spPr>
          <a:xfrm>
            <a:off x="3476700" y="105387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3476700" y="474481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6284475" y="105387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5"/>
          <p:cNvSpPr/>
          <p:nvPr/>
        </p:nvSpPr>
        <p:spPr>
          <a:xfrm>
            <a:off x="6284475" y="474481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5"/>
          <p:cNvSpPr txBox="1"/>
          <p:nvPr>
            <p:ph idx="1" type="subTitle"/>
          </p:nvPr>
        </p:nvSpPr>
        <p:spPr>
          <a:xfrm>
            <a:off x="532800" y="1249200"/>
            <a:ext cx="2458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27" name="Google Shape;527;p25"/>
          <p:cNvSpPr txBox="1"/>
          <p:nvPr>
            <p:ph idx="2" type="body"/>
          </p:nvPr>
        </p:nvSpPr>
        <p:spPr>
          <a:xfrm>
            <a:off x="532800" y="1948801"/>
            <a:ext cx="24588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25"/>
          <p:cNvSpPr txBox="1"/>
          <p:nvPr>
            <p:ph idx="3" type="subTitle"/>
          </p:nvPr>
        </p:nvSpPr>
        <p:spPr>
          <a:xfrm>
            <a:off x="3340800" y="1249200"/>
            <a:ext cx="2458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29" name="Google Shape;529;p25"/>
          <p:cNvSpPr txBox="1"/>
          <p:nvPr>
            <p:ph idx="4" type="body"/>
          </p:nvPr>
        </p:nvSpPr>
        <p:spPr>
          <a:xfrm>
            <a:off x="3340800" y="1948801"/>
            <a:ext cx="24588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0" name="Google Shape;530;p25"/>
          <p:cNvSpPr txBox="1"/>
          <p:nvPr>
            <p:ph idx="5" type="subTitle"/>
          </p:nvPr>
        </p:nvSpPr>
        <p:spPr>
          <a:xfrm>
            <a:off x="6148800" y="1249200"/>
            <a:ext cx="2458800" cy="4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31" name="Google Shape;531;p25"/>
          <p:cNvSpPr txBox="1"/>
          <p:nvPr>
            <p:ph idx="6" type="body"/>
          </p:nvPr>
        </p:nvSpPr>
        <p:spPr>
          <a:xfrm>
            <a:off x="6148800" y="1948801"/>
            <a:ext cx="24588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2" name="Google Shape;532;p25"/>
          <p:cNvSpPr txBox="1"/>
          <p:nvPr>
            <p:ph type="ctrTitle"/>
          </p:nvPr>
        </p:nvSpPr>
        <p:spPr>
          <a:xfrm>
            <a:off x="429675" y="288125"/>
            <a:ext cx="8284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533" name="Google Shape;533;p25"/>
          <p:cNvGrpSpPr/>
          <p:nvPr/>
        </p:nvGrpSpPr>
        <p:grpSpPr>
          <a:xfrm flipH="1" rot="2374639">
            <a:off x="7681028" y="-1196202"/>
            <a:ext cx="2137397" cy="1889523"/>
            <a:chOff x="2210200" y="260350"/>
            <a:chExt cx="4463375" cy="3566000"/>
          </a:xfrm>
        </p:grpSpPr>
        <p:sp>
          <p:nvSpPr>
            <p:cNvPr id="534" name="Google Shape;534;p25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5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5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5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5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5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5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5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5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5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5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5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5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5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5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6"/>
          <p:cNvSpPr/>
          <p:nvPr/>
        </p:nvSpPr>
        <p:spPr>
          <a:xfrm>
            <a:off x="2342575" y="532275"/>
            <a:ext cx="1761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"/>
          <p:cNvSpPr/>
          <p:nvPr/>
        </p:nvSpPr>
        <p:spPr>
          <a:xfrm>
            <a:off x="2342575" y="1997350"/>
            <a:ext cx="176100" cy="1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6"/>
          <p:cNvSpPr/>
          <p:nvPr/>
        </p:nvSpPr>
        <p:spPr>
          <a:xfrm>
            <a:off x="2342575" y="3462425"/>
            <a:ext cx="1761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5" name="Google Shape;555;p26"/>
          <p:cNvGrpSpPr/>
          <p:nvPr/>
        </p:nvGrpSpPr>
        <p:grpSpPr>
          <a:xfrm flipH="1">
            <a:off x="-460376" y="4045203"/>
            <a:ext cx="1932364" cy="1906022"/>
            <a:chOff x="2578075" y="-36175"/>
            <a:chExt cx="3666725" cy="4182625"/>
          </a:xfrm>
        </p:grpSpPr>
        <p:sp>
          <p:nvSpPr>
            <p:cNvPr id="556" name="Google Shape;556;p26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6"/>
          <p:cNvGrpSpPr/>
          <p:nvPr/>
        </p:nvGrpSpPr>
        <p:grpSpPr>
          <a:xfrm flipH="1">
            <a:off x="-686340" y="4180329"/>
            <a:ext cx="2352199" cy="1625026"/>
            <a:chOff x="2210200" y="260350"/>
            <a:chExt cx="4463375" cy="3566000"/>
          </a:xfrm>
        </p:grpSpPr>
        <p:sp>
          <p:nvSpPr>
            <p:cNvPr id="574" name="Google Shape;574;p2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26"/>
          <p:cNvSpPr txBox="1"/>
          <p:nvPr>
            <p:ph idx="1" type="subTitle"/>
          </p:nvPr>
        </p:nvSpPr>
        <p:spPr>
          <a:xfrm>
            <a:off x="2585675" y="360000"/>
            <a:ext cx="6231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92" name="Google Shape;592;p26"/>
          <p:cNvSpPr txBox="1"/>
          <p:nvPr>
            <p:ph idx="2" type="body"/>
          </p:nvPr>
        </p:nvSpPr>
        <p:spPr>
          <a:xfrm>
            <a:off x="2585675" y="828000"/>
            <a:ext cx="62316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3" name="Google Shape;593;p26"/>
          <p:cNvSpPr txBox="1"/>
          <p:nvPr>
            <p:ph idx="3" type="subTitle"/>
          </p:nvPr>
        </p:nvSpPr>
        <p:spPr>
          <a:xfrm>
            <a:off x="2585675" y="1840950"/>
            <a:ext cx="6231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94" name="Google Shape;594;p26"/>
          <p:cNvSpPr txBox="1"/>
          <p:nvPr>
            <p:ph idx="4" type="body"/>
          </p:nvPr>
        </p:nvSpPr>
        <p:spPr>
          <a:xfrm>
            <a:off x="2585675" y="2308950"/>
            <a:ext cx="62316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5" name="Google Shape;595;p26"/>
          <p:cNvSpPr txBox="1"/>
          <p:nvPr>
            <p:ph idx="5" type="subTitle"/>
          </p:nvPr>
        </p:nvSpPr>
        <p:spPr>
          <a:xfrm>
            <a:off x="2585675" y="3321900"/>
            <a:ext cx="6231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96" name="Google Shape;596;p26"/>
          <p:cNvSpPr txBox="1"/>
          <p:nvPr>
            <p:ph idx="6" type="body"/>
          </p:nvPr>
        </p:nvSpPr>
        <p:spPr>
          <a:xfrm>
            <a:off x="2585675" y="3789900"/>
            <a:ext cx="62316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7" name="Google Shape;597;p26"/>
          <p:cNvSpPr txBox="1"/>
          <p:nvPr>
            <p:ph type="ctrTitle"/>
          </p:nvPr>
        </p:nvSpPr>
        <p:spPr>
          <a:xfrm>
            <a:off x="320400" y="360000"/>
            <a:ext cx="1782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CUSTOM_2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 txBox="1"/>
          <p:nvPr>
            <p:ph type="ctrTitle"/>
          </p:nvPr>
        </p:nvSpPr>
        <p:spPr>
          <a:xfrm>
            <a:off x="429675" y="206025"/>
            <a:ext cx="8284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0" name="Google Shape;600;p27"/>
          <p:cNvSpPr/>
          <p:nvPr/>
        </p:nvSpPr>
        <p:spPr>
          <a:xfrm>
            <a:off x="503575" y="915425"/>
            <a:ext cx="2494500" cy="1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3322238" y="1740725"/>
            <a:ext cx="2494500" cy="1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6145763" y="915425"/>
            <a:ext cx="2494500" cy="1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7"/>
          <p:cNvSpPr/>
          <p:nvPr>
            <p:ph idx="2" type="pic"/>
          </p:nvPr>
        </p:nvSpPr>
        <p:spPr>
          <a:xfrm>
            <a:off x="500400" y="1018800"/>
            <a:ext cx="24948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27"/>
          <p:cNvSpPr/>
          <p:nvPr>
            <p:ph idx="3" type="pic"/>
          </p:nvPr>
        </p:nvSpPr>
        <p:spPr>
          <a:xfrm>
            <a:off x="3326400" y="914400"/>
            <a:ext cx="24948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27"/>
          <p:cNvSpPr/>
          <p:nvPr>
            <p:ph idx="4" type="pic"/>
          </p:nvPr>
        </p:nvSpPr>
        <p:spPr>
          <a:xfrm>
            <a:off x="6145200" y="1018800"/>
            <a:ext cx="2494800" cy="8244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27"/>
          <p:cNvSpPr txBox="1"/>
          <p:nvPr>
            <p:ph idx="1" type="subTitle"/>
          </p:nvPr>
        </p:nvSpPr>
        <p:spPr>
          <a:xfrm>
            <a:off x="489600" y="1918800"/>
            <a:ext cx="25128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607" name="Google Shape;607;p27"/>
          <p:cNvSpPr txBox="1"/>
          <p:nvPr>
            <p:ph idx="5" type="body"/>
          </p:nvPr>
        </p:nvSpPr>
        <p:spPr>
          <a:xfrm>
            <a:off x="489600" y="2541600"/>
            <a:ext cx="2512800" cy="2275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8" name="Google Shape;608;p27"/>
          <p:cNvSpPr txBox="1"/>
          <p:nvPr>
            <p:ph idx="6" type="subTitle"/>
          </p:nvPr>
        </p:nvSpPr>
        <p:spPr>
          <a:xfrm>
            <a:off x="3319200" y="1918800"/>
            <a:ext cx="25128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609" name="Google Shape;609;p27"/>
          <p:cNvSpPr txBox="1"/>
          <p:nvPr>
            <p:ph idx="7" type="body"/>
          </p:nvPr>
        </p:nvSpPr>
        <p:spPr>
          <a:xfrm>
            <a:off x="3319200" y="2541600"/>
            <a:ext cx="2512800" cy="2275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0" name="Google Shape;610;p27"/>
          <p:cNvSpPr txBox="1"/>
          <p:nvPr>
            <p:ph idx="8" type="subTitle"/>
          </p:nvPr>
        </p:nvSpPr>
        <p:spPr>
          <a:xfrm>
            <a:off x="6141600" y="1918800"/>
            <a:ext cx="25128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611" name="Google Shape;611;p27"/>
          <p:cNvSpPr txBox="1"/>
          <p:nvPr>
            <p:ph idx="9" type="body"/>
          </p:nvPr>
        </p:nvSpPr>
        <p:spPr>
          <a:xfrm>
            <a:off x="6141600" y="2541600"/>
            <a:ext cx="2512800" cy="2275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612" name="Google Shape;612;p27"/>
          <p:cNvGrpSpPr/>
          <p:nvPr/>
        </p:nvGrpSpPr>
        <p:grpSpPr>
          <a:xfrm rot="-9733228">
            <a:off x="7641807" y="-392725"/>
            <a:ext cx="950105" cy="921252"/>
            <a:chOff x="2210200" y="260350"/>
            <a:chExt cx="4463375" cy="3566000"/>
          </a:xfrm>
        </p:grpSpPr>
        <p:sp>
          <p:nvSpPr>
            <p:cNvPr id="613" name="Google Shape;613;p27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27"/>
          <p:cNvGrpSpPr/>
          <p:nvPr/>
        </p:nvGrpSpPr>
        <p:grpSpPr>
          <a:xfrm rot="-8507195">
            <a:off x="2018862" y="4801929"/>
            <a:ext cx="715765" cy="693713"/>
            <a:chOff x="2210200" y="260350"/>
            <a:chExt cx="4463375" cy="3566000"/>
          </a:xfrm>
        </p:grpSpPr>
        <p:sp>
          <p:nvSpPr>
            <p:cNvPr id="631" name="Google Shape;631;p27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3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28"/>
          <p:cNvGrpSpPr/>
          <p:nvPr/>
        </p:nvGrpSpPr>
        <p:grpSpPr>
          <a:xfrm flipH="1">
            <a:off x="7620705" y="-323524"/>
            <a:ext cx="1583292" cy="1561374"/>
            <a:chOff x="2578075" y="-36175"/>
            <a:chExt cx="3666725" cy="4182625"/>
          </a:xfrm>
        </p:grpSpPr>
        <p:sp>
          <p:nvSpPr>
            <p:cNvPr id="650" name="Google Shape;650;p28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28"/>
          <p:cNvGrpSpPr/>
          <p:nvPr/>
        </p:nvGrpSpPr>
        <p:grpSpPr>
          <a:xfrm flipH="1">
            <a:off x="7435560" y="-212831"/>
            <a:ext cx="1927285" cy="1331188"/>
            <a:chOff x="2210200" y="260350"/>
            <a:chExt cx="4463375" cy="3566000"/>
          </a:xfrm>
        </p:grpSpPr>
        <p:sp>
          <p:nvSpPr>
            <p:cNvPr id="668" name="Google Shape;668;p28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5" name="Google Shape;685;p28"/>
          <p:cNvSpPr txBox="1"/>
          <p:nvPr>
            <p:ph type="ctrTitle"/>
          </p:nvPr>
        </p:nvSpPr>
        <p:spPr>
          <a:xfrm>
            <a:off x="345600" y="352800"/>
            <a:ext cx="8284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6" name="Google Shape;686;p28"/>
          <p:cNvSpPr/>
          <p:nvPr/>
        </p:nvSpPr>
        <p:spPr>
          <a:xfrm>
            <a:off x="413575" y="1424500"/>
            <a:ext cx="378600" cy="37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8"/>
          <p:cNvSpPr/>
          <p:nvPr/>
        </p:nvSpPr>
        <p:spPr>
          <a:xfrm>
            <a:off x="2590725" y="1424500"/>
            <a:ext cx="378600" cy="37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8"/>
          <p:cNvSpPr/>
          <p:nvPr/>
        </p:nvSpPr>
        <p:spPr>
          <a:xfrm>
            <a:off x="4719850" y="1424075"/>
            <a:ext cx="378600" cy="378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8"/>
          <p:cNvSpPr/>
          <p:nvPr/>
        </p:nvSpPr>
        <p:spPr>
          <a:xfrm>
            <a:off x="6848975" y="1424500"/>
            <a:ext cx="378600" cy="378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8"/>
          <p:cNvSpPr txBox="1"/>
          <p:nvPr>
            <p:ph idx="1" type="subTitle"/>
          </p:nvPr>
        </p:nvSpPr>
        <p:spPr>
          <a:xfrm>
            <a:off x="345600" y="191520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1" name="Google Shape;691;p28"/>
          <p:cNvSpPr txBox="1"/>
          <p:nvPr>
            <p:ph idx="2" type="body"/>
          </p:nvPr>
        </p:nvSpPr>
        <p:spPr>
          <a:xfrm>
            <a:off x="345600" y="2779700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2" name="Google Shape;692;p28"/>
          <p:cNvSpPr txBox="1"/>
          <p:nvPr>
            <p:ph idx="3" type="subTitle"/>
          </p:nvPr>
        </p:nvSpPr>
        <p:spPr>
          <a:xfrm>
            <a:off x="2487600" y="192004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3" name="Google Shape;693;p28"/>
          <p:cNvSpPr txBox="1"/>
          <p:nvPr>
            <p:ph idx="4" type="body"/>
          </p:nvPr>
        </p:nvSpPr>
        <p:spPr>
          <a:xfrm>
            <a:off x="2487600" y="2782733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4" name="Google Shape;694;p28"/>
          <p:cNvSpPr txBox="1"/>
          <p:nvPr>
            <p:ph idx="5" type="subTitle"/>
          </p:nvPr>
        </p:nvSpPr>
        <p:spPr>
          <a:xfrm>
            <a:off x="4633200" y="192004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5" name="Google Shape;695;p28"/>
          <p:cNvSpPr txBox="1"/>
          <p:nvPr>
            <p:ph idx="6" type="body"/>
          </p:nvPr>
        </p:nvSpPr>
        <p:spPr>
          <a:xfrm>
            <a:off x="4633200" y="2782733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6" name="Google Shape;696;p28"/>
          <p:cNvSpPr txBox="1"/>
          <p:nvPr>
            <p:ph idx="7" type="subTitle"/>
          </p:nvPr>
        </p:nvSpPr>
        <p:spPr>
          <a:xfrm>
            <a:off x="6775200" y="1924880"/>
            <a:ext cx="2019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7" name="Google Shape;697;p28"/>
          <p:cNvSpPr txBox="1"/>
          <p:nvPr>
            <p:ph idx="8" type="body"/>
          </p:nvPr>
        </p:nvSpPr>
        <p:spPr>
          <a:xfrm>
            <a:off x="6775200" y="2785766"/>
            <a:ext cx="20196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4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29"/>
          <p:cNvGrpSpPr/>
          <p:nvPr/>
        </p:nvGrpSpPr>
        <p:grpSpPr>
          <a:xfrm flipH="1">
            <a:off x="8415085" y="4052620"/>
            <a:ext cx="1583159" cy="1383608"/>
            <a:chOff x="2210200" y="260350"/>
            <a:chExt cx="4463375" cy="3566000"/>
          </a:xfrm>
        </p:grpSpPr>
        <p:sp>
          <p:nvSpPr>
            <p:cNvPr id="700" name="Google Shape;700;p2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7" name="Google Shape;717;p29"/>
          <p:cNvSpPr txBox="1"/>
          <p:nvPr>
            <p:ph type="ctrTitle"/>
          </p:nvPr>
        </p:nvSpPr>
        <p:spPr>
          <a:xfrm>
            <a:off x="345600" y="367200"/>
            <a:ext cx="8445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8" name="Google Shape;718;p29"/>
          <p:cNvSpPr/>
          <p:nvPr/>
        </p:nvSpPr>
        <p:spPr>
          <a:xfrm>
            <a:off x="1097050" y="1614200"/>
            <a:ext cx="5205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9"/>
          <p:cNvSpPr/>
          <p:nvPr/>
        </p:nvSpPr>
        <p:spPr>
          <a:xfrm>
            <a:off x="3237675" y="1614200"/>
            <a:ext cx="5205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9"/>
          <p:cNvSpPr/>
          <p:nvPr/>
        </p:nvSpPr>
        <p:spPr>
          <a:xfrm>
            <a:off x="5381875" y="1614200"/>
            <a:ext cx="5205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9"/>
          <p:cNvSpPr/>
          <p:nvPr/>
        </p:nvSpPr>
        <p:spPr>
          <a:xfrm>
            <a:off x="7526075" y="1614200"/>
            <a:ext cx="5205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2" name="Google Shape;722;p29"/>
          <p:cNvCxnSpPr/>
          <p:nvPr/>
        </p:nvCxnSpPr>
        <p:spPr>
          <a:xfrm>
            <a:off x="2432675" y="1947350"/>
            <a:ext cx="0" cy="2218200"/>
          </a:xfrm>
          <a:prstGeom prst="straightConnector1">
            <a:avLst/>
          </a:prstGeom>
          <a:noFill/>
          <a:ln cap="flat" cmpd="sng" w="9525">
            <a:solidFill>
              <a:srgbClr val="2D2D2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29"/>
          <p:cNvCxnSpPr/>
          <p:nvPr/>
        </p:nvCxnSpPr>
        <p:spPr>
          <a:xfrm>
            <a:off x="4577275" y="1947350"/>
            <a:ext cx="0" cy="2218200"/>
          </a:xfrm>
          <a:prstGeom prst="straightConnector1">
            <a:avLst/>
          </a:prstGeom>
          <a:noFill/>
          <a:ln cap="flat" cmpd="sng" w="9525">
            <a:solidFill>
              <a:srgbClr val="2D2D2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29"/>
          <p:cNvCxnSpPr/>
          <p:nvPr/>
        </p:nvCxnSpPr>
        <p:spPr>
          <a:xfrm>
            <a:off x="6708450" y="1947350"/>
            <a:ext cx="0" cy="2218200"/>
          </a:xfrm>
          <a:prstGeom prst="straightConnector1">
            <a:avLst/>
          </a:prstGeom>
          <a:noFill/>
          <a:ln cap="flat" cmpd="sng" w="9525">
            <a:solidFill>
              <a:srgbClr val="2D2D2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29"/>
          <p:cNvSpPr txBox="1"/>
          <p:nvPr>
            <p:ph idx="1" type="subTitle"/>
          </p:nvPr>
        </p:nvSpPr>
        <p:spPr>
          <a:xfrm>
            <a:off x="345600" y="1947350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6" name="Google Shape;726;p29"/>
          <p:cNvSpPr txBox="1"/>
          <p:nvPr>
            <p:ph idx="2" type="body"/>
          </p:nvPr>
        </p:nvSpPr>
        <p:spPr>
          <a:xfrm>
            <a:off x="345600" y="2835150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7" name="Google Shape;727;p29"/>
          <p:cNvSpPr txBox="1"/>
          <p:nvPr>
            <p:ph idx="3" type="subTitle"/>
          </p:nvPr>
        </p:nvSpPr>
        <p:spPr>
          <a:xfrm>
            <a:off x="2487600" y="1947350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8" name="Google Shape;728;p29"/>
          <p:cNvSpPr txBox="1"/>
          <p:nvPr>
            <p:ph idx="4" type="body"/>
          </p:nvPr>
        </p:nvSpPr>
        <p:spPr>
          <a:xfrm>
            <a:off x="2487600" y="2835150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9" name="Google Shape;729;p29"/>
          <p:cNvSpPr txBox="1"/>
          <p:nvPr>
            <p:ph idx="5" type="subTitle"/>
          </p:nvPr>
        </p:nvSpPr>
        <p:spPr>
          <a:xfrm>
            <a:off x="4633200" y="1947350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30" name="Google Shape;730;p29"/>
          <p:cNvSpPr txBox="1"/>
          <p:nvPr>
            <p:ph idx="6" type="body"/>
          </p:nvPr>
        </p:nvSpPr>
        <p:spPr>
          <a:xfrm>
            <a:off x="4633200" y="2835150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1" name="Google Shape;731;p29"/>
          <p:cNvSpPr txBox="1"/>
          <p:nvPr>
            <p:ph idx="7" type="subTitle"/>
          </p:nvPr>
        </p:nvSpPr>
        <p:spPr>
          <a:xfrm>
            <a:off x="6771600" y="1947350"/>
            <a:ext cx="2019600" cy="7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32" name="Google Shape;732;p29"/>
          <p:cNvSpPr txBox="1"/>
          <p:nvPr>
            <p:ph idx="8" type="body"/>
          </p:nvPr>
        </p:nvSpPr>
        <p:spPr>
          <a:xfrm>
            <a:off x="6771600" y="2835150"/>
            <a:ext cx="2019600" cy="1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5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0"/>
          <p:cNvSpPr/>
          <p:nvPr/>
        </p:nvSpPr>
        <p:spPr>
          <a:xfrm>
            <a:off x="357975" y="1228675"/>
            <a:ext cx="8427000" cy="3163500"/>
          </a:xfrm>
          <a:prstGeom prst="roundRect">
            <a:avLst>
              <a:gd fmla="val 523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"/>
          <p:cNvSpPr/>
          <p:nvPr/>
        </p:nvSpPr>
        <p:spPr>
          <a:xfrm rot="-5400000">
            <a:off x="-686475" y="275957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"/>
          <p:cNvSpPr/>
          <p:nvPr/>
        </p:nvSpPr>
        <p:spPr>
          <a:xfrm rot="-5400000">
            <a:off x="7638825" y="2759575"/>
            <a:ext cx="21906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0"/>
          <p:cNvSpPr/>
          <p:nvPr/>
        </p:nvSpPr>
        <p:spPr>
          <a:xfrm rot="10800000">
            <a:off x="3486625" y="1635150"/>
            <a:ext cx="33900" cy="2371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0"/>
          <p:cNvSpPr/>
          <p:nvPr/>
        </p:nvSpPr>
        <p:spPr>
          <a:xfrm rot="10800000">
            <a:off x="5623463" y="2352900"/>
            <a:ext cx="30300" cy="813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9" name="Google Shape;739;p30"/>
          <p:cNvGrpSpPr/>
          <p:nvPr/>
        </p:nvGrpSpPr>
        <p:grpSpPr>
          <a:xfrm flipH="1" rot="2374639">
            <a:off x="-756172" y="-1000952"/>
            <a:ext cx="2137397" cy="1889523"/>
            <a:chOff x="2210200" y="260350"/>
            <a:chExt cx="4463375" cy="3566000"/>
          </a:xfrm>
        </p:grpSpPr>
        <p:sp>
          <p:nvSpPr>
            <p:cNvPr id="740" name="Google Shape;740;p30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7" name="Google Shape;757;p30"/>
          <p:cNvGrpSpPr/>
          <p:nvPr/>
        </p:nvGrpSpPr>
        <p:grpSpPr>
          <a:xfrm flipH="1" rot="2374639">
            <a:off x="6223828" y="4819198"/>
            <a:ext cx="2137397" cy="1889523"/>
            <a:chOff x="2210200" y="260350"/>
            <a:chExt cx="4463375" cy="3566000"/>
          </a:xfrm>
        </p:grpSpPr>
        <p:sp>
          <p:nvSpPr>
            <p:cNvPr id="758" name="Google Shape;758;p30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5" name="Google Shape;775;p30"/>
          <p:cNvSpPr txBox="1"/>
          <p:nvPr>
            <p:ph idx="1" type="subTitle"/>
          </p:nvPr>
        </p:nvSpPr>
        <p:spPr>
          <a:xfrm>
            <a:off x="3697200" y="1635025"/>
            <a:ext cx="1753200" cy="66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6" name="Google Shape;776;p30"/>
          <p:cNvSpPr txBox="1"/>
          <p:nvPr>
            <p:ph idx="2" type="body"/>
          </p:nvPr>
        </p:nvSpPr>
        <p:spPr>
          <a:xfrm>
            <a:off x="3697200" y="2488575"/>
            <a:ext cx="1753200" cy="149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7" name="Google Shape;777;p30"/>
          <p:cNvSpPr txBox="1"/>
          <p:nvPr>
            <p:ph idx="3" type="subTitle"/>
          </p:nvPr>
        </p:nvSpPr>
        <p:spPr>
          <a:xfrm>
            <a:off x="5828400" y="1635025"/>
            <a:ext cx="1753200" cy="66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78" name="Google Shape;778;p30"/>
          <p:cNvSpPr txBox="1"/>
          <p:nvPr>
            <p:ph idx="4" type="body"/>
          </p:nvPr>
        </p:nvSpPr>
        <p:spPr>
          <a:xfrm>
            <a:off x="5828400" y="2488575"/>
            <a:ext cx="1753200" cy="149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9" name="Google Shape;779;p30"/>
          <p:cNvSpPr txBox="1"/>
          <p:nvPr>
            <p:ph type="ctrTitle"/>
          </p:nvPr>
        </p:nvSpPr>
        <p:spPr>
          <a:xfrm>
            <a:off x="345600" y="367200"/>
            <a:ext cx="8445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0" name="Google Shape;780;p30"/>
          <p:cNvSpPr txBox="1"/>
          <p:nvPr>
            <p:ph idx="5" type="subTitle"/>
          </p:nvPr>
        </p:nvSpPr>
        <p:spPr>
          <a:xfrm>
            <a:off x="1562400" y="1635025"/>
            <a:ext cx="1753200" cy="66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81" name="Google Shape;781;p30"/>
          <p:cNvSpPr txBox="1"/>
          <p:nvPr>
            <p:ph idx="6" type="body"/>
          </p:nvPr>
        </p:nvSpPr>
        <p:spPr>
          <a:xfrm>
            <a:off x="1562400" y="2488575"/>
            <a:ext cx="1753200" cy="1497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82" name="Google Shape;782;p30"/>
          <p:cNvSpPr/>
          <p:nvPr/>
        </p:nvSpPr>
        <p:spPr>
          <a:xfrm rot="10800000">
            <a:off x="5622450" y="1715125"/>
            <a:ext cx="33900" cy="2371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6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oogle Shape;784;p31"/>
          <p:cNvGrpSpPr/>
          <p:nvPr/>
        </p:nvGrpSpPr>
        <p:grpSpPr>
          <a:xfrm flipH="1">
            <a:off x="-1085064" y="2423253"/>
            <a:ext cx="3481189" cy="3433935"/>
            <a:chOff x="2578075" y="-36175"/>
            <a:chExt cx="3666725" cy="4182625"/>
          </a:xfrm>
        </p:grpSpPr>
        <p:sp>
          <p:nvSpPr>
            <p:cNvPr id="785" name="Google Shape;785;p31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1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1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1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1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1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1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1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31"/>
          <p:cNvGrpSpPr/>
          <p:nvPr/>
        </p:nvGrpSpPr>
        <p:grpSpPr>
          <a:xfrm flipH="1">
            <a:off x="-1492143" y="2666700"/>
            <a:ext cx="4237528" cy="2927686"/>
            <a:chOff x="2210200" y="260350"/>
            <a:chExt cx="4463375" cy="3566000"/>
          </a:xfrm>
        </p:grpSpPr>
        <p:sp>
          <p:nvSpPr>
            <p:cNvPr id="803" name="Google Shape;803;p31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1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1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1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1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1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1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1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1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1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31"/>
          <p:cNvSpPr/>
          <p:nvPr/>
        </p:nvSpPr>
        <p:spPr>
          <a:xfrm>
            <a:off x="3345950" y="598500"/>
            <a:ext cx="2352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1"/>
          <p:cNvSpPr/>
          <p:nvPr/>
        </p:nvSpPr>
        <p:spPr>
          <a:xfrm>
            <a:off x="3345950" y="2074500"/>
            <a:ext cx="235200" cy="10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1"/>
          <p:cNvSpPr/>
          <p:nvPr/>
        </p:nvSpPr>
        <p:spPr>
          <a:xfrm>
            <a:off x="3345950" y="3550500"/>
            <a:ext cx="235200" cy="10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1"/>
          <p:cNvSpPr txBox="1"/>
          <p:nvPr>
            <p:ph type="ctrTitle"/>
          </p:nvPr>
        </p:nvSpPr>
        <p:spPr>
          <a:xfrm>
            <a:off x="471600" y="464400"/>
            <a:ext cx="2343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24" name="Google Shape;824;p31"/>
          <p:cNvSpPr txBox="1"/>
          <p:nvPr>
            <p:ph idx="1" type="subTitle"/>
          </p:nvPr>
        </p:nvSpPr>
        <p:spPr>
          <a:xfrm>
            <a:off x="3826800" y="464400"/>
            <a:ext cx="49422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5" name="Google Shape;825;p31"/>
          <p:cNvSpPr txBox="1"/>
          <p:nvPr>
            <p:ph idx="2" type="body"/>
          </p:nvPr>
        </p:nvSpPr>
        <p:spPr>
          <a:xfrm>
            <a:off x="3826800" y="835200"/>
            <a:ext cx="49422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6" name="Google Shape;826;p31"/>
          <p:cNvSpPr txBox="1"/>
          <p:nvPr>
            <p:ph idx="3" type="subTitle"/>
          </p:nvPr>
        </p:nvSpPr>
        <p:spPr>
          <a:xfrm>
            <a:off x="3826800" y="1940400"/>
            <a:ext cx="49422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7" name="Google Shape;827;p31"/>
          <p:cNvSpPr txBox="1"/>
          <p:nvPr>
            <p:ph idx="4" type="body"/>
          </p:nvPr>
        </p:nvSpPr>
        <p:spPr>
          <a:xfrm>
            <a:off x="3826800" y="2311200"/>
            <a:ext cx="49422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8" name="Google Shape;828;p31"/>
          <p:cNvSpPr txBox="1"/>
          <p:nvPr>
            <p:ph idx="5" type="subTitle"/>
          </p:nvPr>
        </p:nvSpPr>
        <p:spPr>
          <a:xfrm>
            <a:off x="3826800" y="3416400"/>
            <a:ext cx="4942200" cy="3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29" name="Google Shape;829;p31"/>
          <p:cNvSpPr txBox="1"/>
          <p:nvPr>
            <p:ph idx="6" type="body"/>
          </p:nvPr>
        </p:nvSpPr>
        <p:spPr>
          <a:xfrm>
            <a:off x="3826800" y="3787200"/>
            <a:ext cx="49422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7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oogle Shape;831;p32"/>
          <p:cNvGrpSpPr/>
          <p:nvPr/>
        </p:nvGrpSpPr>
        <p:grpSpPr>
          <a:xfrm flipH="1">
            <a:off x="-716467" y="3654898"/>
            <a:ext cx="2243302" cy="2213027"/>
            <a:chOff x="2578075" y="-36175"/>
            <a:chExt cx="3666725" cy="4182625"/>
          </a:xfrm>
        </p:grpSpPr>
        <p:sp>
          <p:nvSpPr>
            <p:cNvPr id="832" name="Google Shape;832;p32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2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2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2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2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2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2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2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2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2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2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2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2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2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2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2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2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9" name="Google Shape;849;p32"/>
          <p:cNvGrpSpPr/>
          <p:nvPr/>
        </p:nvGrpSpPr>
        <p:grpSpPr>
          <a:xfrm flipH="1">
            <a:off x="8355665" y="-1119233"/>
            <a:ext cx="2154025" cy="2057225"/>
            <a:chOff x="2210200" y="260350"/>
            <a:chExt cx="4463375" cy="3566000"/>
          </a:xfrm>
        </p:grpSpPr>
        <p:sp>
          <p:nvSpPr>
            <p:cNvPr id="850" name="Google Shape;850;p32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2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2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2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2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2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2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7" name="Google Shape;867;p32"/>
          <p:cNvCxnSpPr>
            <a:stCxn id="868" idx="4"/>
          </p:cNvCxnSpPr>
          <p:nvPr/>
        </p:nvCxnSpPr>
        <p:spPr>
          <a:xfrm>
            <a:off x="3221420" y="660725"/>
            <a:ext cx="0" cy="463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68" name="Google Shape;868;p32"/>
          <p:cNvSpPr/>
          <p:nvPr/>
        </p:nvSpPr>
        <p:spPr>
          <a:xfrm>
            <a:off x="3103520" y="424925"/>
            <a:ext cx="235800" cy="235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2"/>
          <p:cNvSpPr txBox="1"/>
          <p:nvPr>
            <p:ph idx="1" type="subTitle"/>
          </p:nvPr>
        </p:nvSpPr>
        <p:spPr>
          <a:xfrm>
            <a:off x="3607200" y="334800"/>
            <a:ext cx="50904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870" name="Google Shape;870;p32"/>
          <p:cNvSpPr txBox="1"/>
          <p:nvPr>
            <p:ph idx="2" type="body"/>
          </p:nvPr>
        </p:nvSpPr>
        <p:spPr>
          <a:xfrm>
            <a:off x="3607200" y="878400"/>
            <a:ext cx="5090400" cy="88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71" name="Google Shape;871;p32"/>
          <p:cNvSpPr txBox="1"/>
          <p:nvPr>
            <p:ph idx="3" type="subTitle"/>
          </p:nvPr>
        </p:nvSpPr>
        <p:spPr>
          <a:xfrm>
            <a:off x="3607200" y="1944000"/>
            <a:ext cx="50904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872" name="Google Shape;872;p32"/>
          <p:cNvSpPr txBox="1"/>
          <p:nvPr>
            <p:ph idx="4" type="body"/>
          </p:nvPr>
        </p:nvSpPr>
        <p:spPr>
          <a:xfrm>
            <a:off x="3607200" y="2487600"/>
            <a:ext cx="5090400" cy="88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73" name="Google Shape;873;p32"/>
          <p:cNvSpPr txBox="1"/>
          <p:nvPr>
            <p:ph idx="5" type="subTitle"/>
          </p:nvPr>
        </p:nvSpPr>
        <p:spPr>
          <a:xfrm>
            <a:off x="3607200" y="3553200"/>
            <a:ext cx="5090400" cy="54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874" name="Google Shape;874;p32"/>
          <p:cNvSpPr txBox="1"/>
          <p:nvPr>
            <p:ph idx="6" type="body"/>
          </p:nvPr>
        </p:nvSpPr>
        <p:spPr>
          <a:xfrm>
            <a:off x="3607200" y="4096800"/>
            <a:ext cx="5090400" cy="88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75" name="Google Shape;875;p32"/>
          <p:cNvSpPr txBox="1"/>
          <p:nvPr>
            <p:ph type="ctrTitle"/>
          </p:nvPr>
        </p:nvSpPr>
        <p:spPr>
          <a:xfrm>
            <a:off x="405900" y="334800"/>
            <a:ext cx="2343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76" name="Google Shape;876;p32"/>
          <p:cNvSpPr/>
          <p:nvPr/>
        </p:nvSpPr>
        <p:spPr>
          <a:xfrm>
            <a:off x="3103520" y="2039900"/>
            <a:ext cx="235800" cy="235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2"/>
          <p:cNvSpPr/>
          <p:nvPr/>
        </p:nvSpPr>
        <p:spPr>
          <a:xfrm>
            <a:off x="3103495" y="3654900"/>
            <a:ext cx="235800" cy="235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8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9" name="Google Shape;879;p33"/>
          <p:cNvCxnSpPr/>
          <p:nvPr/>
        </p:nvCxnSpPr>
        <p:spPr>
          <a:xfrm rot="10800000">
            <a:off x="1006325" y="1871975"/>
            <a:ext cx="7349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med" w="med" type="oval"/>
            <a:tailEnd len="med" w="med" type="oval"/>
          </a:ln>
        </p:spPr>
      </p:cxnSp>
      <p:grpSp>
        <p:nvGrpSpPr>
          <p:cNvPr id="880" name="Google Shape;880;p33"/>
          <p:cNvGrpSpPr/>
          <p:nvPr/>
        </p:nvGrpSpPr>
        <p:grpSpPr>
          <a:xfrm rot="-8507214">
            <a:off x="-1208616" y="-110985"/>
            <a:ext cx="2056396" cy="1993033"/>
            <a:chOff x="2210200" y="260350"/>
            <a:chExt cx="4463375" cy="3566000"/>
          </a:xfrm>
        </p:grpSpPr>
        <p:sp>
          <p:nvSpPr>
            <p:cNvPr id="881" name="Google Shape;881;p33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89" name="Google Shape;889;p33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1" name="Google Shape;891;p33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grpSp>
        <p:nvGrpSpPr>
          <p:cNvPr id="898" name="Google Shape;898;p33"/>
          <p:cNvGrpSpPr/>
          <p:nvPr/>
        </p:nvGrpSpPr>
        <p:grpSpPr>
          <a:xfrm rot="-8507214">
            <a:off x="8752884" y="2920890"/>
            <a:ext cx="2056396" cy="1993033"/>
            <a:chOff x="2210200" y="260350"/>
            <a:chExt cx="4463375" cy="3566000"/>
          </a:xfrm>
        </p:grpSpPr>
        <p:sp>
          <p:nvSpPr>
            <p:cNvPr id="899" name="Google Shape;899;p33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1" name="Google Shape;901;p33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2" name="Google Shape;902;p33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sp>
        <p:nvSpPr>
          <p:cNvPr id="916" name="Google Shape;916;p33"/>
          <p:cNvSpPr txBox="1"/>
          <p:nvPr>
            <p:ph type="ctrTitle"/>
          </p:nvPr>
        </p:nvSpPr>
        <p:spPr>
          <a:xfrm>
            <a:off x="1005275" y="526450"/>
            <a:ext cx="73491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7" name="Google Shape;917;p33"/>
          <p:cNvSpPr txBox="1"/>
          <p:nvPr>
            <p:ph idx="1" type="subTitle"/>
          </p:nvPr>
        </p:nvSpPr>
        <p:spPr>
          <a:xfrm>
            <a:off x="1005275" y="2266200"/>
            <a:ext cx="21564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18" name="Google Shape;918;p33"/>
          <p:cNvSpPr txBox="1"/>
          <p:nvPr>
            <p:ph idx="2" type="body"/>
          </p:nvPr>
        </p:nvSpPr>
        <p:spPr>
          <a:xfrm>
            <a:off x="1005275" y="3026125"/>
            <a:ext cx="21564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9" name="Google Shape;919;p33"/>
          <p:cNvSpPr txBox="1"/>
          <p:nvPr>
            <p:ph idx="3" type="subTitle"/>
          </p:nvPr>
        </p:nvSpPr>
        <p:spPr>
          <a:xfrm>
            <a:off x="3604475" y="2266200"/>
            <a:ext cx="21564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20" name="Google Shape;920;p33"/>
          <p:cNvSpPr txBox="1"/>
          <p:nvPr>
            <p:ph idx="4" type="body"/>
          </p:nvPr>
        </p:nvSpPr>
        <p:spPr>
          <a:xfrm>
            <a:off x="3604475" y="3026125"/>
            <a:ext cx="21564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1" name="Google Shape;921;p33"/>
          <p:cNvSpPr txBox="1"/>
          <p:nvPr>
            <p:ph idx="5" type="subTitle"/>
          </p:nvPr>
        </p:nvSpPr>
        <p:spPr>
          <a:xfrm>
            <a:off x="6200075" y="2266200"/>
            <a:ext cx="21564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22" name="Google Shape;922;p33"/>
          <p:cNvSpPr txBox="1"/>
          <p:nvPr>
            <p:ph idx="6" type="body"/>
          </p:nvPr>
        </p:nvSpPr>
        <p:spPr>
          <a:xfrm>
            <a:off x="6200075" y="3026125"/>
            <a:ext cx="21564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23" name="Google Shape;923;p33"/>
          <p:cNvSpPr/>
          <p:nvPr/>
        </p:nvSpPr>
        <p:spPr>
          <a:xfrm>
            <a:off x="1966170" y="1754075"/>
            <a:ext cx="235800" cy="235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3"/>
          <p:cNvSpPr/>
          <p:nvPr/>
        </p:nvSpPr>
        <p:spPr>
          <a:xfrm>
            <a:off x="4562970" y="1754075"/>
            <a:ext cx="235800" cy="235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3"/>
          <p:cNvSpPr/>
          <p:nvPr/>
        </p:nvSpPr>
        <p:spPr>
          <a:xfrm>
            <a:off x="7159770" y="1754075"/>
            <a:ext cx="235800" cy="235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9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4"/>
          <p:cNvSpPr/>
          <p:nvPr/>
        </p:nvSpPr>
        <p:spPr>
          <a:xfrm>
            <a:off x="7148596" y="1846195"/>
            <a:ext cx="2108700" cy="9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4"/>
          <p:cNvSpPr/>
          <p:nvPr/>
        </p:nvSpPr>
        <p:spPr>
          <a:xfrm>
            <a:off x="5052442" y="1846195"/>
            <a:ext cx="21087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4"/>
          <p:cNvSpPr/>
          <p:nvPr/>
        </p:nvSpPr>
        <p:spPr>
          <a:xfrm>
            <a:off x="2956279" y="1846195"/>
            <a:ext cx="2108700" cy="9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4"/>
          <p:cNvSpPr/>
          <p:nvPr/>
        </p:nvSpPr>
        <p:spPr>
          <a:xfrm>
            <a:off x="860116" y="1846195"/>
            <a:ext cx="21087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4"/>
          <p:cNvSpPr/>
          <p:nvPr/>
        </p:nvSpPr>
        <p:spPr>
          <a:xfrm>
            <a:off x="763500" y="1791450"/>
            <a:ext cx="205500" cy="20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4"/>
          <p:cNvSpPr/>
          <p:nvPr/>
        </p:nvSpPr>
        <p:spPr>
          <a:xfrm>
            <a:off x="2859663" y="1791450"/>
            <a:ext cx="205500" cy="205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4"/>
          <p:cNvSpPr/>
          <p:nvPr/>
        </p:nvSpPr>
        <p:spPr>
          <a:xfrm>
            <a:off x="4955826" y="1791450"/>
            <a:ext cx="205500" cy="205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4"/>
          <p:cNvSpPr/>
          <p:nvPr/>
        </p:nvSpPr>
        <p:spPr>
          <a:xfrm>
            <a:off x="7051989" y="1791450"/>
            <a:ext cx="205500" cy="205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5" name="Google Shape;935;p34"/>
          <p:cNvGrpSpPr/>
          <p:nvPr/>
        </p:nvGrpSpPr>
        <p:grpSpPr>
          <a:xfrm flipH="1">
            <a:off x="-527301" y="-666422"/>
            <a:ext cx="1932364" cy="1906022"/>
            <a:chOff x="2578075" y="-36175"/>
            <a:chExt cx="3666725" cy="4182625"/>
          </a:xfrm>
        </p:grpSpPr>
        <p:sp>
          <p:nvSpPr>
            <p:cNvPr id="936" name="Google Shape;936;p34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3" name="Google Shape;953;p34"/>
          <p:cNvGrpSpPr/>
          <p:nvPr/>
        </p:nvGrpSpPr>
        <p:grpSpPr>
          <a:xfrm flipH="1">
            <a:off x="-753265" y="-531296"/>
            <a:ext cx="2352199" cy="1625026"/>
            <a:chOff x="2210200" y="260350"/>
            <a:chExt cx="4463375" cy="3566000"/>
          </a:xfrm>
        </p:grpSpPr>
        <p:sp>
          <p:nvSpPr>
            <p:cNvPr id="954" name="Google Shape;954;p34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1" name="Google Shape;971;p34"/>
          <p:cNvGrpSpPr/>
          <p:nvPr/>
        </p:nvGrpSpPr>
        <p:grpSpPr>
          <a:xfrm flipH="1" rot="8520802">
            <a:off x="8229710" y="4503376"/>
            <a:ext cx="1145073" cy="974559"/>
            <a:chOff x="2210200" y="260350"/>
            <a:chExt cx="4463375" cy="3566000"/>
          </a:xfrm>
        </p:grpSpPr>
        <p:sp>
          <p:nvSpPr>
            <p:cNvPr id="972" name="Google Shape;972;p34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9" name="Google Shape;989;p34"/>
          <p:cNvSpPr txBox="1"/>
          <p:nvPr>
            <p:ph type="ctrTitle"/>
          </p:nvPr>
        </p:nvSpPr>
        <p:spPr>
          <a:xfrm>
            <a:off x="763500" y="564250"/>
            <a:ext cx="8027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0" name="Google Shape;990;p34"/>
          <p:cNvSpPr txBox="1"/>
          <p:nvPr>
            <p:ph idx="1" type="subTitle"/>
          </p:nvPr>
        </p:nvSpPr>
        <p:spPr>
          <a:xfrm>
            <a:off x="763500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91" name="Google Shape;991;p34"/>
          <p:cNvSpPr txBox="1"/>
          <p:nvPr>
            <p:ph idx="2" type="body"/>
          </p:nvPr>
        </p:nvSpPr>
        <p:spPr>
          <a:xfrm>
            <a:off x="763500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2" name="Google Shape;992;p34"/>
          <p:cNvSpPr txBox="1"/>
          <p:nvPr>
            <p:ph idx="3" type="subTitle"/>
          </p:nvPr>
        </p:nvSpPr>
        <p:spPr>
          <a:xfrm>
            <a:off x="2887981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93" name="Google Shape;993;p34"/>
          <p:cNvSpPr txBox="1"/>
          <p:nvPr>
            <p:ph idx="4" type="body"/>
          </p:nvPr>
        </p:nvSpPr>
        <p:spPr>
          <a:xfrm>
            <a:off x="2887981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4" name="Google Shape;994;p34"/>
          <p:cNvSpPr txBox="1"/>
          <p:nvPr>
            <p:ph idx="5" type="subTitle"/>
          </p:nvPr>
        </p:nvSpPr>
        <p:spPr>
          <a:xfrm>
            <a:off x="4976637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95" name="Google Shape;995;p34"/>
          <p:cNvSpPr txBox="1"/>
          <p:nvPr>
            <p:ph idx="6" type="body"/>
          </p:nvPr>
        </p:nvSpPr>
        <p:spPr>
          <a:xfrm>
            <a:off x="4976637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6" name="Google Shape;996;p34"/>
          <p:cNvSpPr txBox="1"/>
          <p:nvPr>
            <p:ph idx="7" type="subTitle"/>
          </p:nvPr>
        </p:nvSpPr>
        <p:spPr>
          <a:xfrm>
            <a:off x="7101118" y="2055600"/>
            <a:ext cx="1877400" cy="54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997" name="Google Shape;997;p34"/>
          <p:cNvSpPr txBox="1"/>
          <p:nvPr>
            <p:ph idx="8" type="body"/>
          </p:nvPr>
        </p:nvSpPr>
        <p:spPr>
          <a:xfrm>
            <a:off x="7101118" y="2807425"/>
            <a:ext cx="1877400" cy="1955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1">
  <p:cSld name="CUSTOM_10"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9" name="Google Shape;999;p35"/>
          <p:cNvGrpSpPr/>
          <p:nvPr/>
        </p:nvGrpSpPr>
        <p:grpSpPr>
          <a:xfrm flipH="1">
            <a:off x="6981372" y="681413"/>
            <a:ext cx="3437188" cy="3780675"/>
            <a:chOff x="2578075" y="-36175"/>
            <a:chExt cx="3666725" cy="4182625"/>
          </a:xfrm>
        </p:grpSpPr>
        <p:sp>
          <p:nvSpPr>
            <p:cNvPr id="1000" name="Google Shape;1000;p35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5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35"/>
          <p:cNvGrpSpPr/>
          <p:nvPr/>
        </p:nvGrpSpPr>
        <p:grpSpPr>
          <a:xfrm flipH="1">
            <a:off x="6579438" y="949442"/>
            <a:ext cx="4183968" cy="3223307"/>
            <a:chOff x="2210200" y="260350"/>
            <a:chExt cx="4463375" cy="3566000"/>
          </a:xfrm>
        </p:grpSpPr>
        <p:sp>
          <p:nvSpPr>
            <p:cNvPr id="1018" name="Google Shape;1018;p35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5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5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5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5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5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5" name="Google Shape;1035;p35"/>
          <p:cNvSpPr/>
          <p:nvPr/>
        </p:nvSpPr>
        <p:spPr>
          <a:xfrm>
            <a:off x="659400" y="1193950"/>
            <a:ext cx="2213100" cy="3560100"/>
          </a:xfrm>
          <a:prstGeom prst="roundRect">
            <a:avLst>
              <a:gd fmla="val 60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5"/>
          <p:cNvSpPr/>
          <p:nvPr>
            <p:ph idx="2" type="pic"/>
          </p:nvPr>
        </p:nvSpPr>
        <p:spPr>
          <a:xfrm>
            <a:off x="867600" y="1360800"/>
            <a:ext cx="1796400" cy="17964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037" name="Google Shape;1037;p35"/>
          <p:cNvSpPr txBox="1"/>
          <p:nvPr>
            <p:ph idx="1" type="subTitle"/>
          </p:nvPr>
        </p:nvSpPr>
        <p:spPr>
          <a:xfrm>
            <a:off x="867600" y="3414150"/>
            <a:ext cx="1796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38" name="Google Shape;1038;p35"/>
          <p:cNvSpPr txBox="1"/>
          <p:nvPr>
            <p:ph idx="3" type="body"/>
          </p:nvPr>
        </p:nvSpPr>
        <p:spPr>
          <a:xfrm>
            <a:off x="867600" y="3914550"/>
            <a:ext cx="1796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9" name="Google Shape;1039;p35"/>
          <p:cNvSpPr/>
          <p:nvPr/>
        </p:nvSpPr>
        <p:spPr>
          <a:xfrm>
            <a:off x="3034800" y="1195261"/>
            <a:ext cx="2213100" cy="3560100"/>
          </a:xfrm>
          <a:prstGeom prst="roundRect">
            <a:avLst>
              <a:gd fmla="val 603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5"/>
          <p:cNvSpPr/>
          <p:nvPr>
            <p:ph idx="4" type="pic"/>
          </p:nvPr>
        </p:nvSpPr>
        <p:spPr>
          <a:xfrm>
            <a:off x="3243000" y="1362050"/>
            <a:ext cx="1796400" cy="17964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041" name="Google Shape;1041;p35"/>
          <p:cNvSpPr txBox="1"/>
          <p:nvPr>
            <p:ph idx="5" type="subTitle"/>
          </p:nvPr>
        </p:nvSpPr>
        <p:spPr>
          <a:xfrm>
            <a:off x="3243000" y="3415400"/>
            <a:ext cx="1796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42" name="Google Shape;1042;p35"/>
          <p:cNvSpPr txBox="1"/>
          <p:nvPr>
            <p:ph idx="6" type="body"/>
          </p:nvPr>
        </p:nvSpPr>
        <p:spPr>
          <a:xfrm>
            <a:off x="3243000" y="3915800"/>
            <a:ext cx="1796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3" name="Google Shape;1043;p35"/>
          <p:cNvSpPr txBox="1"/>
          <p:nvPr>
            <p:ph type="ctrTitle"/>
          </p:nvPr>
        </p:nvSpPr>
        <p:spPr>
          <a:xfrm>
            <a:off x="658800" y="345600"/>
            <a:ext cx="4590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11"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5" name="Google Shape;1045;p36"/>
          <p:cNvGrpSpPr/>
          <p:nvPr/>
        </p:nvGrpSpPr>
        <p:grpSpPr>
          <a:xfrm flipH="1">
            <a:off x="6198225" y="2646969"/>
            <a:ext cx="2713732" cy="2294008"/>
            <a:chOff x="2210200" y="260350"/>
            <a:chExt cx="4463375" cy="3566000"/>
          </a:xfrm>
        </p:grpSpPr>
        <p:sp>
          <p:nvSpPr>
            <p:cNvPr id="1046" name="Google Shape;1046;p3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3" name="Google Shape;1063;p36"/>
          <p:cNvGrpSpPr/>
          <p:nvPr/>
        </p:nvGrpSpPr>
        <p:grpSpPr>
          <a:xfrm flipH="1" rot="-7115177">
            <a:off x="582181" y="1186119"/>
            <a:ext cx="3124016" cy="2640812"/>
            <a:chOff x="2210200" y="260350"/>
            <a:chExt cx="4463375" cy="3566000"/>
          </a:xfrm>
        </p:grpSpPr>
        <p:sp>
          <p:nvSpPr>
            <p:cNvPr id="1064" name="Google Shape;1064;p3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1" name="Google Shape;1081;p36"/>
          <p:cNvSpPr/>
          <p:nvPr/>
        </p:nvSpPr>
        <p:spPr>
          <a:xfrm>
            <a:off x="893875" y="1193925"/>
            <a:ext cx="4474200" cy="1646400"/>
          </a:xfrm>
          <a:prstGeom prst="roundRect">
            <a:avLst>
              <a:gd fmla="val 60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6"/>
          <p:cNvSpPr/>
          <p:nvPr/>
        </p:nvSpPr>
        <p:spPr>
          <a:xfrm>
            <a:off x="3795350" y="2994900"/>
            <a:ext cx="4474200" cy="1646400"/>
          </a:xfrm>
          <a:prstGeom prst="roundRect">
            <a:avLst>
              <a:gd fmla="val 603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6"/>
          <p:cNvSpPr/>
          <p:nvPr>
            <p:ph idx="2" type="pic"/>
          </p:nvPr>
        </p:nvSpPr>
        <p:spPr>
          <a:xfrm>
            <a:off x="1072800" y="1386000"/>
            <a:ext cx="1260000" cy="1260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084" name="Google Shape;1084;p36"/>
          <p:cNvSpPr txBox="1"/>
          <p:nvPr>
            <p:ph idx="1" type="subTitle"/>
          </p:nvPr>
        </p:nvSpPr>
        <p:spPr>
          <a:xfrm>
            <a:off x="2468800" y="1549800"/>
            <a:ext cx="25812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85" name="Google Shape;1085;p36"/>
          <p:cNvSpPr txBox="1"/>
          <p:nvPr>
            <p:ph idx="3" type="body"/>
          </p:nvPr>
        </p:nvSpPr>
        <p:spPr>
          <a:xfrm>
            <a:off x="2468800" y="2050200"/>
            <a:ext cx="25812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6" name="Google Shape;1086;p36"/>
          <p:cNvSpPr/>
          <p:nvPr>
            <p:ph idx="4" type="pic"/>
          </p:nvPr>
        </p:nvSpPr>
        <p:spPr>
          <a:xfrm>
            <a:off x="3986375" y="3188100"/>
            <a:ext cx="1260000" cy="1260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087" name="Google Shape;1087;p36"/>
          <p:cNvSpPr txBox="1"/>
          <p:nvPr>
            <p:ph idx="5" type="subTitle"/>
          </p:nvPr>
        </p:nvSpPr>
        <p:spPr>
          <a:xfrm>
            <a:off x="5382375" y="3351900"/>
            <a:ext cx="25812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88" name="Google Shape;1088;p36"/>
          <p:cNvSpPr txBox="1"/>
          <p:nvPr>
            <p:ph idx="6" type="body"/>
          </p:nvPr>
        </p:nvSpPr>
        <p:spPr>
          <a:xfrm>
            <a:off x="5382375" y="3852300"/>
            <a:ext cx="25812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9" name="Google Shape;1089;p36"/>
          <p:cNvSpPr txBox="1"/>
          <p:nvPr>
            <p:ph type="ctrTitle"/>
          </p:nvPr>
        </p:nvSpPr>
        <p:spPr>
          <a:xfrm>
            <a:off x="893875" y="345600"/>
            <a:ext cx="7375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12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1" name="Google Shape;1091;p37"/>
          <p:cNvGrpSpPr/>
          <p:nvPr/>
        </p:nvGrpSpPr>
        <p:grpSpPr>
          <a:xfrm flipH="1">
            <a:off x="-983003" y="2989388"/>
            <a:ext cx="3437188" cy="3780675"/>
            <a:chOff x="2578075" y="-36175"/>
            <a:chExt cx="3666725" cy="4182625"/>
          </a:xfrm>
        </p:grpSpPr>
        <p:sp>
          <p:nvSpPr>
            <p:cNvPr id="1092" name="Google Shape;1092;p37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7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9" name="Google Shape;1109;p37"/>
          <p:cNvGrpSpPr/>
          <p:nvPr/>
        </p:nvGrpSpPr>
        <p:grpSpPr>
          <a:xfrm flipH="1">
            <a:off x="-1384937" y="3257417"/>
            <a:ext cx="4183968" cy="3223307"/>
            <a:chOff x="2210200" y="260350"/>
            <a:chExt cx="4463375" cy="3566000"/>
          </a:xfrm>
        </p:grpSpPr>
        <p:sp>
          <p:nvSpPr>
            <p:cNvPr id="1110" name="Google Shape;1110;p37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7" name="Google Shape;1127;p37"/>
          <p:cNvSpPr/>
          <p:nvPr/>
        </p:nvSpPr>
        <p:spPr>
          <a:xfrm>
            <a:off x="3948500" y="1085125"/>
            <a:ext cx="21969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7"/>
          <p:cNvSpPr/>
          <p:nvPr/>
        </p:nvSpPr>
        <p:spPr>
          <a:xfrm>
            <a:off x="6467100" y="1085125"/>
            <a:ext cx="2196900" cy="9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7"/>
          <p:cNvSpPr/>
          <p:nvPr>
            <p:ph idx="2" type="pic"/>
          </p:nvPr>
        </p:nvSpPr>
        <p:spPr>
          <a:xfrm>
            <a:off x="4105200" y="1437550"/>
            <a:ext cx="1141200" cy="114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0" name="Google Shape;1130;p37"/>
          <p:cNvSpPr txBox="1"/>
          <p:nvPr>
            <p:ph idx="1" type="subTitle"/>
          </p:nvPr>
        </p:nvSpPr>
        <p:spPr>
          <a:xfrm>
            <a:off x="4105200" y="3187150"/>
            <a:ext cx="20403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131" name="Google Shape;1131;p37"/>
          <p:cNvSpPr txBox="1"/>
          <p:nvPr>
            <p:ph idx="3" type="body"/>
          </p:nvPr>
        </p:nvSpPr>
        <p:spPr>
          <a:xfrm>
            <a:off x="4105200" y="3655150"/>
            <a:ext cx="20403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2" name="Google Shape;1132;p37"/>
          <p:cNvSpPr/>
          <p:nvPr>
            <p:ph idx="4" type="pic"/>
          </p:nvPr>
        </p:nvSpPr>
        <p:spPr>
          <a:xfrm>
            <a:off x="6632400" y="1437550"/>
            <a:ext cx="1141200" cy="114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33" name="Google Shape;1133;p37"/>
          <p:cNvSpPr txBox="1"/>
          <p:nvPr>
            <p:ph idx="5" type="subTitle"/>
          </p:nvPr>
        </p:nvSpPr>
        <p:spPr>
          <a:xfrm>
            <a:off x="6632400" y="3187150"/>
            <a:ext cx="17964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134" name="Google Shape;1134;p37"/>
          <p:cNvSpPr txBox="1"/>
          <p:nvPr>
            <p:ph idx="6" type="body"/>
          </p:nvPr>
        </p:nvSpPr>
        <p:spPr>
          <a:xfrm>
            <a:off x="6632400" y="3655150"/>
            <a:ext cx="17964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5" name="Google Shape;1135;p37"/>
          <p:cNvSpPr txBox="1"/>
          <p:nvPr>
            <p:ph type="ctrTitle"/>
          </p:nvPr>
        </p:nvSpPr>
        <p:spPr>
          <a:xfrm>
            <a:off x="480000" y="1085125"/>
            <a:ext cx="2550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13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8"/>
          <p:cNvSpPr/>
          <p:nvPr/>
        </p:nvSpPr>
        <p:spPr>
          <a:xfrm>
            <a:off x="3904400" y="348100"/>
            <a:ext cx="4502700" cy="1112400"/>
          </a:xfrm>
          <a:prstGeom prst="roundRect">
            <a:avLst>
              <a:gd fmla="val 603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8"/>
          <p:cNvSpPr/>
          <p:nvPr/>
        </p:nvSpPr>
        <p:spPr>
          <a:xfrm>
            <a:off x="3906085" y="2008808"/>
            <a:ext cx="4502700" cy="1112400"/>
          </a:xfrm>
          <a:prstGeom prst="roundRect">
            <a:avLst>
              <a:gd fmla="val 603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8"/>
          <p:cNvSpPr/>
          <p:nvPr/>
        </p:nvSpPr>
        <p:spPr>
          <a:xfrm>
            <a:off x="3906085" y="3672003"/>
            <a:ext cx="4502700" cy="1112400"/>
          </a:xfrm>
          <a:prstGeom prst="roundRect">
            <a:avLst>
              <a:gd fmla="val 603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8"/>
          <p:cNvSpPr/>
          <p:nvPr/>
        </p:nvSpPr>
        <p:spPr>
          <a:xfrm rot="-5400000">
            <a:off x="3573825" y="853450"/>
            <a:ext cx="7662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8"/>
          <p:cNvSpPr/>
          <p:nvPr/>
        </p:nvSpPr>
        <p:spPr>
          <a:xfrm rot="-5400000">
            <a:off x="7973150" y="853450"/>
            <a:ext cx="7662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8"/>
          <p:cNvSpPr/>
          <p:nvPr/>
        </p:nvSpPr>
        <p:spPr>
          <a:xfrm rot="-5400000">
            <a:off x="3572988" y="2515400"/>
            <a:ext cx="7662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8"/>
          <p:cNvSpPr/>
          <p:nvPr/>
        </p:nvSpPr>
        <p:spPr>
          <a:xfrm rot="-5400000">
            <a:off x="7972313" y="2515400"/>
            <a:ext cx="7662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8"/>
          <p:cNvSpPr/>
          <p:nvPr/>
        </p:nvSpPr>
        <p:spPr>
          <a:xfrm rot="-5400000">
            <a:off x="3572975" y="4174850"/>
            <a:ext cx="7662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8"/>
          <p:cNvSpPr/>
          <p:nvPr/>
        </p:nvSpPr>
        <p:spPr>
          <a:xfrm rot="-5400000">
            <a:off x="7972300" y="4174850"/>
            <a:ext cx="7662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38"/>
          <p:cNvSpPr/>
          <p:nvPr>
            <p:ph idx="2" type="pic"/>
          </p:nvPr>
        </p:nvSpPr>
        <p:spPr>
          <a:xfrm>
            <a:off x="4129200" y="464400"/>
            <a:ext cx="882000" cy="882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147" name="Google Shape;1147;p38"/>
          <p:cNvSpPr txBox="1"/>
          <p:nvPr>
            <p:ph idx="1" type="subTitle"/>
          </p:nvPr>
        </p:nvSpPr>
        <p:spPr>
          <a:xfrm>
            <a:off x="5176800" y="464400"/>
            <a:ext cx="2818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148" name="Google Shape;1148;p38"/>
          <p:cNvSpPr txBox="1"/>
          <p:nvPr>
            <p:ph idx="3" type="body"/>
          </p:nvPr>
        </p:nvSpPr>
        <p:spPr>
          <a:xfrm>
            <a:off x="5176800" y="936000"/>
            <a:ext cx="2818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9" name="Google Shape;1149;p38"/>
          <p:cNvSpPr/>
          <p:nvPr>
            <p:ph idx="4" type="pic"/>
          </p:nvPr>
        </p:nvSpPr>
        <p:spPr>
          <a:xfrm>
            <a:off x="4129200" y="2124000"/>
            <a:ext cx="882000" cy="882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150" name="Google Shape;1150;p38"/>
          <p:cNvSpPr txBox="1"/>
          <p:nvPr>
            <p:ph idx="5" type="subTitle"/>
          </p:nvPr>
        </p:nvSpPr>
        <p:spPr>
          <a:xfrm>
            <a:off x="5176800" y="2124000"/>
            <a:ext cx="2818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151" name="Google Shape;1151;p38"/>
          <p:cNvSpPr txBox="1"/>
          <p:nvPr>
            <p:ph idx="6" type="body"/>
          </p:nvPr>
        </p:nvSpPr>
        <p:spPr>
          <a:xfrm>
            <a:off x="5176800" y="2595600"/>
            <a:ext cx="2818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2" name="Google Shape;1152;p38"/>
          <p:cNvSpPr/>
          <p:nvPr>
            <p:ph idx="7" type="pic"/>
          </p:nvPr>
        </p:nvSpPr>
        <p:spPr>
          <a:xfrm>
            <a:off x="4129200" y="3783600"/>
            <a:ext cx="882000" cy="882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153" name="Google Shape;1153;p38"/>
          <p:cNvSpPr txBox="1"/>
          <p:nvPr>
            <p:ph idx="8" type="subTitle"/>
          </p:nvPr>
        </p:nvSpPr>
        <p:spPr>
          <a:xfrm>
            <a:off x="5176800" y="3783600"/>
            <a:ext cx="2818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154" name="Google Shape;1154;p38"/>
          <p:cNvSpPr txBox="1"/>
          <p:nvPr>
            <p:ph idx="9" type="body"/>
          </p:nvPr>
        </p:nvSpPr>
        <p:spPr>
          <a:xfrm>
            <a:off x="5176800" y="4255200"/>
            <a:ext cx="2818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1155" name="Google Shape;1155;p38"/>
          <p:cNvGrpSpPr/>
          <p:nvPr/>
        </p:nvGrpSpPr>
        <p:grpSpPr>
          <a:xfrm flipH="1">
            <a:off x="-1519528" y="3072420"/>
            <a:ext cx="3458669" cy="3406956"/>
            <a:chOff x="2210200" y="260350"/>
            <a:chExt cx="4463375" cy="3566000"/>
          </a:xfrm>
        </p:grpSpPr>
        <p:sp>
          <p:nvSpPr>
            <p:cNvPr id="1156" name="Google Shape;1156;p38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8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8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8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8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8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8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8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8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8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8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8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8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8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8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8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8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3" name="Google Shape;1173;p38"/>
          <p:cNvGrpSpPr/>
          <p:nvPr/>
        </p:nvGrpSpPr>
        <p:grpSpPr>
          <a:xfrm flipH="1">
            <a:off x="8532897" y="-285755"/>
            <a:ext cx="3458669" cy="3406956"/>
            <a:chOff x="2210200" y="260350"/>
            <a:chExt cx="4463375" cy="3566000"/>
          </a:xfrm>
        </p:grpSpPr>
        <p:sp>
          <p:nvSpPr>
            <p:cNvPr id="1174" name="Google Shape;1174;p38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8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8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8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8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8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8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8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8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8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8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8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8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1" name="Google Shape;1191;p38"/>
          <p:cNvSpPr txBox="1"/>
          <p:nvPr>
            <p:ph type="ctrTitle"/>
          </p:nvPr>
        </p:nvSpPr>
        <p:spPr>
          <a:xfrm>
            <a:off x="370800" y="464400"/>
            <a:ext cx="3121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CUSTOM_14"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3" name="Google Shape;1193;p39"/>
          <p:cNvGrpSpPr/>
          <p:nvPr/>
        </p:nvGrpSpPr>
        <p:grpSpPr>
          <a:xfrm rot="-8507214">
            <a:off x="-1201291" y="-374760"/>
            <a:ext cx="2056396" cy="1993033"/>
            <a:chOff x="2210200" y="260350"/>
            <a:chExt cx="4463375" cy="3566000"/>
          </a:xfrm>
        </p:grpSpPr>
        <p:sp>
          <p:nvSpPr>
            <p:cNvPr id="1194" name="Google Shape;1194;p3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195" name="Google Shape;1195;p3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196" name="Google Shape;1196;p3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197" name="Google Shape;1197;p3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198" name="Google Shape;1198;p3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199" name="Google Shape;1199;p3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0" name="Google Shape;1200;p3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1" name="Google Shape;1201;p3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2" name="Google Shape;1202;p3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3" name="Google Shape;1203;p3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4" name="Google Shape;1204;p3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5" name="Google Shape;1205;p3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6" name="Google Shape;1206;p3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7" name="Google Shape;1207;p3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8" name="Google Shape;1208;p3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09" name="Google Shape;1209;p3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0" name="Google Shape;1210;p3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grpSp>
        <p:nvGrpSpPr>
          <p:cNvPr id="1211" name="Google Shape;1211;p39"/>
          <p:cNvGrpSpPr/>
          <p:nvPr/>
        </p:nvGrpSpPr>
        <p:grpSpPr>
          <a:xfrm rot="-8507214">
            <a:off x="8386559" y="4210415"/>
            <a:ext cx="2056396" cy="1993033"/>
            <a:chOff x="2210200" y="260350"/>
            <a:chExt cx="4463375" cy="3566000"/>
          </a:xfrm>
        </p:grpSpPr>
        <p:sp>
          <p:nvSpPr>
            <p:cNvPr id="1212" name="Google Shape;1212;p3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3" name="Google Shape;1213;p3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4" name="Google Shape;1214;p3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5" name="Google Shape;1215;p3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6" name="Google Shape;1216;p3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7" name="Google Shape;1217;p3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8" name="Google Shape;1218;p3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19" name="Google Shape;1219;p3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0" name="Google Shape;1220;p3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1" name="Google Shape;1221;p3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2" name="Google Shape;1222;p3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3" name="Google Shape;1223;p3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4" name="Google Shape;1224;p3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5" name="Google Shape;1225;p3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6" name="Google Shape;1226;p3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7" name="Google Shape;1227;p3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  <p:sp>
          <p:nvSpPr>
            <p:cNvPr id="1228" name="Google Shape;1228;p3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sp>
        <p:nvSpPr>
          <p:cNvPr id="1229" name="Google Shape;1229;p39"/>
          <p:cNvSpPr/>
          <p:nvPr/>
        </p:nvSpPr>
        <p:spPr>
          <a:xfrm>
            <a:off x="365500" y="1644950"/>
            <a:ext cx="2658000" cy="2837400"/>
          </a:xfrm>
          <a:prstGeom prst="roundRect">
            <a:avLst>
              <a:gd fmla="val 603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9"/>
          <p:cNvSpPr/>
          <p:nvPr/>
        </p:nvSpPr>
        <p:spPr>
          <a:xfrm rot="-5400000">
            <a:off x="2473750" y="2376125"/>
            <a:ext cx="9978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9"/>
          <p:cNvSpPr/>
          <p:nvPr/>
        </p:nvSpPr>
        <p:spPr>
          <a:xfrm>
            <a:off x="3243000" y="1644950"/>
            <a:ext cx="2658000" cy="2837400"/>
          </a:xfrm>
          <a:prstGeom prst="roundRect">
            <a:avLst>
              <a:gd fmla="val 603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9"/>
          <p:cNvSpPr/>
          <p:nvPr/>
        </p:nvSpPr>
        <p:spPr>
          <a:xfrm rot="-5400000">
            <a:off x="5351250" y="2376125"/>
            <a:ext cx="9978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9"/>
          <p:cNvSpPr/>
          <p:nvPr/>
        </p:nvSpPr>
        <p:spPr>
          <a:xfrm>
            <a:off x="6120500" y="1644950"/>
            <a:ext cx="2658000" cy="2837400"/>
          </a:xfrm>
          <a:prstGeom prst="roundRect">
            <a:avLst>
              <a:gd fmla="val 603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39"/>
          <p:cNvSpPr/>
          <p:nvPr/>
        </p:nvSpPr>
        <p:spPr>
          <a:xfrm rot="-5400000">
            <a:off x="8228750" y="2376125"/>
            <a:ext cx="9978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9"/>
          <p:cNvSpPr/>
          <p:nvPr>
            <p:ph idx="2" type="pic"/>
          </p:nvPr>
        </p:nvSpPr>
        <p:spPr>
          <a:xfrm>
            <a:off x="561600" y="1810800"/>
            <a:ext cx="1224000" cy="1224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36" name="Google Shape;1236;p39"/>
          <p:cNvSpPr txBox="1"/>
          <p:nvPr>
            <p:ph idx="1" type="subTitle"/>
          </p:nvPr>
        </p:nvSpPr>
        <p:spPr>
          <a:xfrm>
            <a:off x="561600" y="3186000"/>
            <a:ext cx="22788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37" name="Google Shape;1237;p39"/>
          <p:cNvSpPr txBox="1"/>
          <p:nvPr>
            <p:ph idx="3" type="body"/>
          </p:nvPr>
        </p:nvSpPr>
        <p:spPr>
          <a:xfrm>
            <a:off x="561600" y="3654000"/>
            <a:ext cx="22788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38" name="Google Shape;1238;p39"/>
          <p:cNvSpPr/>
          <p:nvPr>
            <p:ph idx="4" type="pic"/>
          </p:nvPr>
        </p:nvSpPr>
        <p:spPr>
          <a:xfrm>
            <a:off x="3438000" y="1810800"/>
            <a:ext cx="1224000" cy="1224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39" name="Google Shape;1239;p39"/>
          <p:cNvSpPr txBox="1"/>
          <p:nvPr>
            <p:ph idx="5" type="subTitle"/>
          </p:nvPr>
        </p:nvSpPr>
        <p:spPr>
          <a:xfrm>
            <a:off x="3438000" y="3186000"/>
            <a:ext cx="22788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40" name="Google Shape;1240;p39"/>
          <p:cNvSpPr txBox="1"/>
          <p:nvPr>
            <p:ph idx="6" type="body"/>
          </p:nvPr>
        </p:nvSpPr>
        <p:spPr>
          <a:xfrm>
            <a:off x="3438000" y="3654000"/>
            <a:ext cx="22788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41" name="Google Shape;1241;p39"/>
          <p:cNvSpPr/>
          <p:nvPr>
            <p:ph idx="7" type="pic"/>
          </p:nvPr>
        </p:nvSpPr>
        <p:spPr>
          <a:xfrm>
            <a:off x="6314400" y="1810800"/>
            <a:ext cx="1224000" cy="1224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42" name="Google Shape;1242;p39"/>
          <p:cNvSpPr txBox="1"/>
          <p:nvPr>
            <p:ph idx="8" type="subTitle"/>
          </p:nvPr>
        </p:nvSpPr>
        <p:spPr>
          <a:xfrm>
            <a:off x="6314400" y="3186000"/>
            <a:ext cx="22788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43" name="Google Shape;1243;p39"/>
          <p:cNvSpPr txBox="1"/>
          <p:nvPr>
            <p:ph idx="9" type="body"/>
          </p:nvPr>
        </p:nvSpPr>
        <p:spPr>
          <a:xfrm>
            <a:off x="6314400" y="3654000"/>
            <a:ext cx="2278800" cy="403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44" name="Google Shape;1244;p39"/>
          <p:cNvSpPr txBox="1"/>
          <p:nvPr>
            <p:ph type="ctrTitle"/>
          </p:nvPr>
        </p:nvSpPr>
        <p:spPr>
          <a:xfrm>
            <a:off x="893875" y="509825"/>
            <a:ext cx="7375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CUSTOM_15"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40"/>
          <p:cNvSpPr/>
          <p:nvPr/>
        </p:nvSpPr>
        <p:spPr>
          <a:xfrm>
            <a:off x="1101200" y="1239037"/>
            <a:ext cx="2213100" cy="3476400"/>
          </a:xfrm>
          <a:prstGeom prst="roundRect">
            <a:avLst>
              <a:gd fmla="val 60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40"/>
          <p:cNvSpPr/>
          <p:nvPr/>
        </p:nvSpPr>
        <p:spPr>
          <a:xfrm>
            <a:off x="3466800" y="1270079"/>
            <a:ext cx="2213100" cy="3476400"/>
          </a:xfrm>
          <a:prstGeom prst="roundRect">
            <a:avLst>
              <a:gd fmla="val 603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40"/>
          <p:cNvSpPr/>
          <p:nvPr/>
        </p:nvSpPr>
        <p:spPr>
          <a:xfrm>
            <a:off x="5828400" y="1270079"/>
            <a:ext cx="2213100" cy="3476400"/>
          </a:xfrm>
          <a:prstGeom prst="roundRect">
            <a:avLst>
              <a:gd fmla="val 603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0"/>
          <p:cNvSpPr/>
          <p:nvPr>
            <p:ph idx="2" type="pic"/>
          </p:nvPr>
        </p:nvSpPr>
        <p:spPr>
          <a:xfrm>
            <a:off x="1101600" y="1211999"/>
            <a:ext cx="2214000" cy="20364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50" name="Google Shape;1250;p40"/>
          <p:cNvSpPr txBox="1"/>
          <p:nvPr>
            <p:ph idx="1" type="subTitle"/>
          </p:nvPr>
        </p:nvSpPr>
        <p:spPr>
          <a:xfrm>
            <a:off x="1238400" y="3451588"/>
            <a:ext cx="19404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51" name="Google Shape;1251;p40"/>
          <p:cNvSpPr txBox="1"/>
          <p:nvPr>
            <p:ph idx="3" type="body"/>
          </p:nvPr>
        </p:nvSpPr>
        <p:spPr>
          <a:xfrm>
            <a:off x="1238400" y="3919588"/>
            <a:ext cx="19404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2" name="Google Shape;1252;p40"/>
          <p:cNvSpPr/>
          <p:nvPr>
            <p:ph idx="4" type="pic"/>
          </p:nvPr>
        </p:nvSpPr>
        <p:spPr>
          <a:xfrm>
            <a:off x="3466800" y="1238882"/>
            <a:ext cx="2214000" cy="20364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53" name="Google Shape;1253;p40"/>
          <p:cNvSpPr txBox="1"/>
          <p:nvPr>
            <p:ph idx="5" type="subTitle"/>
          </p:nvPr>
        </p:nvSpPr>
        <p:spPr>
          <a:xfrm>
            <a:off x="3603600" y="3480388"/>
            <a:ext cx="19404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54" name="Google Shape;1254;p40"/>
          <p:cNvSpPr txBox="1"/>
          <p:nvPr>
            <p:ph idx="6" type="body"/>
          </p:nvPr>
        </p:nvSpPr>
        <p:spPr>
          <a:xfrm>
            <a:off x="3603600" y="3948388"/>
            <a:ext cx="19404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5" name="Google Shape;1255;p40"/>
          <p:cNvSpPr/>
          <p:nvPr>
            <p:ph idx="7" type="pic"/>
          </p:nvPr>
        </p:nvSpPr>
        <p:spPr>
          <a:xfrm>
            <a:off x="5828400" y="1238882"/>
            <a:ext cx="2214000" cy="20364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56" name="Google Shape;1256;p40"/>
          <p:cNvSpPr txBox="1"/>
          <p:nvPr>
            <p:ph idx="8" type="subTitle"/>
          </p:nvPr>
        </p:nvSpPr>
        <p:spPr>
          <a:xfrm>
            <a:off x="5965200" y="3480388"/>
            <a:ext cx="19404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57" name="Google Shape;1257;p40"/>
          <p:cNvSpPr txBox="1"/>
          <p:nvPr>
            <p:ph idx="9" type="body"/>
          </p:nvPr>
        </p:nvSpPr>
        <p:spPr>
          <a:xfrm>
            <a:off x="5965200" y="3948388"/>
            <a:ext cx="1940400" cy="4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8" name="Google Shape;1258;p40"/>
          <p:cNvSpPr txBox="1"/>
          <p:nvPr>
            <p:ph type="ctrTitle"/>
          </p:nvPr>
        </p:nvSpPr>
        <p:spPr>
          <a:xfrm>
            <a:off x="1101200" y="397013"/>
            <a:ext cx="69402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259" name="Google Shape;1259;p40"/>
          <p:cNvGrpSpPr/>
          <p:nvPr/>
        </p:nvGrpSpPr>
        <p:grpSpPr>
          <a:xfrm rot="-2978868">
            <a:off x="-2251617" y="1374813"/>
            <a:ext cx="3396383" cy="3002695"/>
            <a:chOff x="2210200" y="260350"/>
            <a:chExt cx="4463375" cy="3566000"/>
          </a:xfrm>
        </p:grpSpPr>
        <p:sp>
          <p:nvSpPr>
            <p:cNvPr id="1260" name="Google Shape;1260;p40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0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0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40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0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0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0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0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1">
  <p:cSld name="CUSTOM_16"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41"/>
          <p:cNvSpPr/>
          <p:nvPr/>
        </p:nvSpPr>
        <p:spPr>
          <a:xfrm>
            <a:off x="6750425" y="956600"/>
            <a:ext cx="2025900" cy="4186800"/>
          </a:xfrm>
          <a:prstGeom prst="roundRect">
            <a:avLst>
              <a:gd fmla="val 9466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41"/>
          <p:cNvSpPr/>
          <p:nvPr/>
        </p:nvSpPr>
        <p:spPr>
          <a:xfrm>
            <a:off x="4620325" y="956600"/>
            <a:ext cx="2025900" cy="4186800"/>
          </a:xfrm>
          <a:prstGeom prst="roundRect">
            <a:avLst>
              <a:gd fmla="val 9466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41"/>
          <p:cNvSpPr/>
          <p:nvPr/>
        </p:nvSpPr>
        <p:spPr>
          <a:xfrm>
            <a:off x="2490225" y="956600"/>
            <a:ext cx="2025900" cy="4186800"/>
          </a:xfrm>
          <a:prstGeom prst="roundRect">
            <a:avLst>
              <a:gd fmla="val 9466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41"/>
          <p:cNvSpPr/>
          <p:nvPr/>
        </p:nvSpPr>
        <p:spPr>
          <a:xfrm>
            <a:off x="362875" y="956600"/>
            <a:ext cx="2025900" cy="4186800"/>
          </a:xfrm>
          <a:prstGeom prst="roundRect">
            <a:avLst>
              <a:gd fmla="val 9466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41"/>
          <p:cNvSpPr/>
          <p:nvPr/>
        </p:nvSpPr>
        <p:spPr>
          <a:xfrm>
            <a:off x="633050" y="5041750"/>
            <a:ext cx="14949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41"/>
          <p:cNvSpPr/>
          <p:nvPr/>
        </p:nvSpPr>
        <p:spPr>
          <a:xfrm>
            <a:off x="4890500" y="5041750"/>
            <a:ext cx="1494900" cy="10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41"/>
          <p:cNvSpPr/>
          <p:nvPr/>
        </p:nvSpPr>
        <p:spPr>
          <a:xfrm>
            <a:off x="2752425" y="5041750"/>
            <a:ext cx="14949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41"/>
          <p:cNvSpPr/>
          <p:nvPr/>
        </p:nvSpPr>
        <p:spPr>
          <a:xfrm>
            <a:off x="7009875" y="5041750"/>
            <a:ext cx="1494900" cy="10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41"/>
          <p:cNvSpPr/>
          <p:nvPr>
            <p:ph idx="2" type="pic"/>
          </p:nvPr>
        </p:nvSpPr>
        <p:spPr>
          <a:xfrm>
            <a:off x="460800" y="1084800"/>
            <a:ext cx="1843200" cy="21513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87" name="Google Shape;1287;p41"/>
          <p:cNvSpPr txBox="1"/>
          <p:nvPr>
            <p:ph idx="1" type="subTitle"/>
          </p:nvPr>
        </p:nvSpPr>
        <p:spPr>
          <a:xfrm>
            <a:off x="450000" y="3510025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88" name="Google Shape;1288;p41"/>
          <p:cNvSpPr txBox="1"/>
          <p:nvPr>
            <p:ph idx="3" type="body"/>
          </p:nvPr>
        </p:nvSpPr>
        <p:spPr>
          <a:xfrm>
            <a:off x="450000" y="4008081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9" name="Google Shape;1289;p41"/>
          <p:cNvSpPr/>
          <p:nvPr>
            <p:ph idx="4" type="pic"/>
          </p:nvPr>
        </p:nvSpPr>
        <p:spPr>
          <a:xfrm>
            <a:off x="2588400" y="1084800"/>
            <a:ext cx="1843200" cy="21513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90" name="Google Shape;1290;p41"/>
          <p:cNvSpPr txBox="1"/>
          <p:nvPr>
            <p:ph idx="5" type="subTitle"/>
          </p:nvPr>
        </p:nvSpPr>
        <p:spPr>
          <a:xfrm>
            <a:off x="2577600" y="3510025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91" name="Google Shape;1291;p41"/>
          <p:cNvSpPr txBox="1"/>
          <p:nvPr>
            <p:ph idx="6" type="body"/>
          </p:nvPr>
        </p:nvSpPr>
        <p:spPr>
          <a:xfrm>
            <a:off x="2577600" y="4008081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2" name="Google Shape;1292;p41"/>
          <p:cNvSpPr/>
          <p:nvPr>
            <p:ph idx="7" type="pic"/>
          </p:nvPr>
        </p:nvSpPr>
        <p:spPr>
          <a:xfrm>
            <a:off x="4719600" y="1084800"/>
            <a:ext cx="1843200" cy="21513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93" name="Google Shape;1293;p41"/>
          <p:cNvSpPr txBox="1"/>
          <p:nvPr>
            <p:ph idx="8" type="subTitle"/>
          </p:nvPr>
        </p:nvSpPr>
        <p:spPr>
          <a:xfrm>
            <a:off x="4708800" y="3510025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94" name="Google Shape;1294;p41"/>
          <p:cNvSpPr txBox="1"/>
          <p:nvPr>
            <p:ph idx="9" type="body"/>
          </p:nvPr>
        </p:nvSpPr>
        <p:spPr>
          <a:xfrm>
            <a:off x="4708800" y="4008081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5" name="Google Shape;1295;p41"/>
          <p:cNvSpPr/>
          <p:nvPr>
            <p:ph idx="13" type="pic"/>
          </p:nvPr>
        </p:nvSpPr>
        <p:spPr>
          <a:xfrm>
            <a:off x="6847200" y="1084800"/>
            <a:ext cx="1843200" cy="21513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296" name="Google Shape;1296;p41"/>
          <p:cNvSpPr txBox="1"/>
          <p:nvPr>
            <p:ph idx="14" type="subTitle"/>
          </p:nvPr>
        </p:nvSpPr>
        <p:spPr>
          <a:xfrm>
            <a:off x="6836400" y="3510025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97" name="Google Shape;1297;p41"/>
          <p:cNvSpPr txBox="1"/>
          <p:nvPr>
            <p:ph idx="15" type="body"/>
          </p:nvPr>
        </p:nvSpPr>
        <p:spPr>
          <a:xfrm>
            <a:off x="6836400" y="4008081"/>
            <a:ext cx="1843200" cy="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8" name="Google Shape;1298;p41"/>
          <p:cNvSpPr txBox="1"/>
          <p:nvPr>
            <p:ph type="ctrTitle"/>
          </p:nvPr>
        </p:nvSpPr>
        <p:spPr>
          <a:xfrm>
            <a:off x="362875" y="214650"/>
            <a:ext cx="84135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CUSTOM_17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42"/>
          <p:cNvSpPr/>
          <p:nvPr/>
        </p:nvSpPr>
        <p:spPr>
          <a:xfrm>
            <a:off x="1189150" y="1389600"/>
            <a:ext cx="3144600" cy="1375200"/>
          </a:xfrm>
          <a:prstGeom prst="roundRect">
            <a:avLst>
              <a:gd fmla="val 1000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2"/>
          <p:cNvSpPr/>
          <p:nvPr/>
        </p:nvSpPr>
        <p:spPr>
          <a:xfrm>
            <a:off x="5277825" y="1389600"/>
            <a:ext cx="3144600" cy="1375200"/>
          </a:xfrm>
          <a:prstGeom prst="roundRect">
            <a:avLst>
              <a:gd fmla="val 1000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2"/>
          <p:cNvSpPr/>
          <p:nvPr/>
        </p:nvSpPr>
        <p:spPr>
          <a:xfrm>
            <a:off x="1188225" y="2995200"/>
            <a:ext cx="3144600" cy="1375200"/>
          </a:xfrm>
          <a:prstGeom prst="roundRect">
            <a:avLst>
              <a:gd fmla="val 1000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2"/>
          <p:cNvSpPr/>
          <p:nvPr/>
        </p:nvSpPr>
        <p:spPr>
          <a:xfrm>
            <a:off x="5277825" y="2995200"/>
            <a:ext cx="3144600" cy="1375200"/>
          </a:xfrm>
          <a:prstGeom prst="roundRect">
            <a:avLst>
              <a:gd fmla="val 1000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2"/>
          <p:cNvSpPr/>
          <p:nvPr>
            <p:ph idx="2" type="pic"/>
          </p:nvPr>
        </p:nvSpPr>
        <p:spPr>
          <a:xfrm>
            <a:off x="723600" y="1389600"/>
            <a:ext cx="1375200" cy="1375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05" name="Google Shape;1305;p42"/>
          <p:cNvSpPr txBox="1"/>
          <p:nvPr>
            <p:ph idx="1" type="subTitle"/>
          </p:nvPr>
        </p:nvSpPr>
        <p:spPr>
          <a:xfrm>
            <a:off x="2202175" y="1698400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06" name="Google Shape;1306;p42"/>
          <p:cNvSpPr txBox="1"/>
          <p:nvPr>
            <p:ph idx="3" type="body"/>
          </p:nvPr>
        </p:nvSpPr>
        <p:spPr>
          <a:xfrm>
            <a:off x="2202175" y="2117630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07" name="Google Shape;1307;p42"/>
          <p:cNvSpPr/>
          <p:nvPr>
            <p:ph idx="4" type="pic"/>
          </p:nvPr>
        </p:nvSpPr>
        <p:spPr>
          <a:xfrm>
            <a:off x="4809600" y="1389600"/>
            <a:ext cx="1375200" cy="1375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08" name="Google Shape;1308;p42"/>
          <p:cNvSpPr/>
          <p:nvPr>
            <p:ph idx="5" type="pic"/>
          </p:nvPr>
        </p:nvSpPr>
        <p:spPr>
          <a:xfrm>
            <a:off x="720000" y="2995200"/>
            <a:ext cx="1375200" cy="1375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09" name="Google Shape;1309;p42"/>
          <p:cNvSpPr/>
          <p:nvPr>
            <p:ph idx="6" type="pic"/>
          </p:nvPr>
        </p:nvSpPr>
        <p:spPr>
          <a:xfrm>
            <a:off x="4809600" y="2995200"/>
            <a:ext cx="1375200" cy="1375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grpSp>
        <p:nvGrpSpPr>
          <p:cNvPr id="1310" name="Google Shape;1310;p42"/>
          <p:cNvGrpSpPr/>
          <p:nvPr/>
        </p:nvGrpSpPr>
        <p:grpSpPr>
          <a:xfrm rot="2700000">
            <a:off x="7837234" y="-634779"/>
            <a:ext cx="2312777" cy="2044971"/>
            <a:chOff x="2210200" y="260350"/>
            <a:chExt cx="4463375" cy="3566000"/>
          </a:xfrm>
        </p:grpSpPr>
        <p:sp>
          <p:nvSpPr>
            <p:cNvPr id="1311" name="Google Shape;1311;p42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2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2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2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2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2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2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2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2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2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2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2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2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2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2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2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8" name="Google Shape;1328;p42"/>
          <p:cNvSpPr txBox="1"/>
          <p:nvPr>
            <p:ph type="ctrTitle"/>
          </p:nvPr>
        </p:nvSpPr>
        <p:spPr>
          <a:xfrm>
            <a:off x="723600" y="468300"/>
            <a:ext cx="769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29" name="Google Shape;1329;p42"/>
          <p:cNvSpPr txBox="1"/>
          <p:nvPr>
            <p:ph idx="7" type="subTitle"/>
          </p:nvPr>
        </p:nvSpPr>
        <p:spPr>
          <a:xfrm>
            <a:off x="6278300" y="1698388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30" name="Google Shape;1330;p42"/>
          <p:cNvSpPr txBox="1"/>
          <p:nvPr>
            <p:ph idx="8" type="body"/>
          </p:nvPr>
        </p:nvSpPr>
        <p:spPr>
          <a:xfrm>
            <a:off x="6278300" y="2117617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31" name="Google Shape;1331;p42"/>
          <p:cNvSpPr txBox="1"/>
          <p:nvPr>
            <p:ph idx="9" type="subTitle"/>
          </p:nvPr>
        </p:nvSpPr>
        <p:spPr>
          <a:xfrm>
            <a:off x="2202175" y="3303538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32" name="Google Shape;1332;p42"/>
          <p:cNvSpPr txBox="1"/>
          <p:nvPr>
            <p:ph idx="13" type="body"/>
          </p:nvPr>
        </p:nvSpPr>
        <p:spPr>
          <a:xfrm>
            <a:off x="2202175" y="3722767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33" name="Google Shape;1333;p42"/>
          <p:cNvSpPr txBox="1"/>
          <p:nvPr>
            <p:ph idx="14" type="subTitle"/>
          </p:nvPr>
        </p:nvSpPr>
        <p:spPr>
          <a:xfrm>
            <a:off x="6278300" y="3303525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34" name="Google Shape;1334;p42"/>
          <p:cNvSpPr txBox="1"/>
          <p:nvPr>
            <p:ph idx="15" type="body"/>
          </p:nvPr>
        </p:nvSpPr>
        <p:spPr>
          <a:xfrm>
            <a:off x="6278300" y="3722755"/>
            <a:ext cx="20388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CUSTOM_18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43"/>
          <p:cNvSpPr/>
          <p:nvPr/>
        </p:nvSpPr>
        <p:spPr>
          <a:xfrm>
            <a:off x="554925" y="1267025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43"/>
          <p:cNvSpPr/>
          <p:nvPr/>
        </p:nvSpPr>
        <p:spPr>
          <a:xfrm>
            <a:off x="2653725" y="1268268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43"/>
          <p:cNvSpPr/>
          <p:nvPr/>
        </p:nvSpPr>
        <p:spPr>
          <a:xfrm>
            <a:off x="4748925" y="1268268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43"/>
          <p:cNvSpPr/>
          <p:nvPr/>
        </p:nvSpPr>
        <p:spPr>
          <a:xfrm>
            <a:off x="6847725" y="1268268"/>
            <a:ext cx="1790700" cy="36465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0" name="Google Shape;1340;p43"/>
          <p:cNvGrpSpPr/>
          <p:nvPr/>
        </p:nvGrpSpPr>
        <p:grpSpPr>
          <a:xfrm flipH="1">
            <a:off x="8427597" y="234438"/>
            <a:ext cx="3437188" cy="3780675"/>
            <a:chOff x="2578075" y="-36175"/>
            <a:chExt cx="3666725" cy="4182625"/>
          </a:xfrm>
        </p:grpSpPr>
        <p:sp>
          <p:nvSpPr>
            <p:cNvPr id="1341" name="Google Shape;1341;p43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3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3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3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3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3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3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3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3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3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3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3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43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43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43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43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43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8" name="Google Shape;1358;p43"/>
          <p:cNvGrpSpPr/>
          <p:nvPr/>
        </p:nvGrpSpPr>
        <p:grpSpPr>
          <a:xfrm flipH="1">
            <a:off x="-2454687" y="-2066283"/>
            <a:ext cx="4183968" cy="3223307"/>
            <a:chOff x="2210200" y="260350"/>
            <a:chExt cx="4463375" cy="3566000"/>
          </a:xfrm>
        </p:grpSpPr>
        <p:sp>
          <p:nvSpPr>
            <p:cNvPr id="1359" name="Google Shape;1359;p43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43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43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43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43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43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3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3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3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3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3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43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43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43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43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43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43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43"/>
          <p:cNvSpPr/>
          <p:nvPr>
            <p:ph idx="2" type="pic"/>
          </p:nvPr>
        </p:nvSpPr>
        <p:spPr>
          <a:xfrm>
            <a:off x="471600" y="1472400"/>
            <a:ext cx="1663200" cy="1753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77" name="Google Shape;1377;p43"/>
          <p:cNvSpPr txBox="1"/>
          <p:nvPr>
            <p:ph idx="1" type="subTitle"/>
          </p:nvPr>
        </p:nvSpPr>
        <p:spPr>
          <a:xfrm>
            <a:off x="655200" y="3402650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78" name="Google Shape;1378;p43"/>
          <p:cNvSpPr txBox="1"/>
          <p:nvPr>
            <p:ph idx="3" type="body"/>
          </p:nvPr>
        </p:nvSpPr>
        <p:spPr>
          <a:xfrm>
            <a:off x="655200" y="3916333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79" name="Google Shape;1379;p43"/>
          <p:cNvSpPr/>
          <p:nvPr>
            <p:ph idx="4" type="pic"/>
          </p:nvPr>
        </p:nvSpPr>
        <p:spPr>
          <a:xfrm>
            <a:off x="2570400" y="1476000"/>
            <a:ext cx="1663200" cy="1753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80" name="Google Shape;1380;p43"/>
          <p:cNvSpPr txBox="1"/>
          <p:nvPr>
            <p:ph idx="5" type="subTitle"/>
          </p:nvPr>
        </p:nvSpPr>
        <p:spPr>
          <a:xfrm>
            <a:off x="2754000" y="340698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81" name="Google Shape;1381;p43"/>
          <p:cNvSpPr txBox="1"/>
          <p:nvPr>
            <p:ph idx="6" type="body"/>
          </p:nvPr>
        </p:nvSpPr>
        <p:spPr>
          <a:xfrm>
            <a:off x="2754000" y="3920667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2" name="Google Shape;1382;p43"/>
          <p:cNvSpPr/>
          <p:nvPr>
            <p:ph idx="7" type="pic"/>
          </p:nvPr>
        </p:nvSpPr>
        <p:spPr>
          <a:xfrm>
            <a:off x="4665600" y="1476000"/>
            <a:ext cx="1663200" cy="1753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83" name="Google Shape;1383;p43"/>
          <p:cNvSpPr txBox="1"/>
          <p:nvPr>
            <p:ph idx="8" type="subTitle"/>
          </p:nvPr>
        </p:nvSpPr>
        <p:spPr>
          <a:xfrm>
            <a:off x="4849200" y="340698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84" name="Google Shape;1384;p43"/>
          <p:cNvSpPr txBox="1"/>
          <p:nvPr>
            <p:ph idx="9" type="body"/>
          </p:nvPr>
        </p:nvSpPr>
        <p:spPr>
          <a:xfrm>
            <a:off x="4849200" y="3920667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5" name="Google Shape;1385;p43"/>
          <p:cNvSpPr/>
          <p:nvPr>
            <p:ph idx="13" type="pic"/>
          </p:nvPr>
        </p:nvSpPr>
        <p:spPr>
          <a:xfrm>
            <a:off x="6764400" y="1476000"/>
            <a:ext cx="1663200" cy="17532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86" name="Google Shape;1386;p43"/>
          <p:cNvSpPr txBox="1"/>
          <p:nvPr>
            <p:ph idx="14" type="subTitle"/>
          </p:nvPr>
        </p:nvSpPr>
        <p:spPr>
          <a:xfrm>
            <a:off x="6948000" y="3406985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87" name="Google Shape;1387;p43"/>
          <p:cNvSpPr txBox="1"/>
          <p:nvPr>
            <p:ph idx="15" type="body"/>
          </p:nvPr>
        </p:nvSpPr>
        <p:spPr>
          <a:xfrm>
            <a:off x="6948000" y="3920667"/>
            <a:ext cx="15948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8" name="Google Shape;1388;p43"/>
          <p:cNvSpPr txBox="1"/>
          <p:nvPr>
            <p:ph type="ctrTitle"/>
          </p:nvPr>
        </p:nvSpPr>
        <p:spPr>
          <a:xfrm>
            <a:off x="722550" y="400775"/>
            <a:ext cx="76989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9"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44"/>
          <p:cNvSpPr/>
          <p:nvPr/>
        </p:nvSpPr>
        <p:spPr>
          <a:xfrm>
            <a:off x="349250" y="0"/>
            <a:ext cx="4131900" cy="516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44"/>
          <p:cNvSpPr/>
          <p:nvPr>
            <p:ph idx="2" type="pic"/>
          </p:nvPr>
        </p:nvSpPr>
        <p:spPr>
          <a:xfrm>
            <a:off x="885600" y="1270800"/>
            <a:ext cx="3063600" cy="3456000"/>
          </a:xfrm>
          <a:prstGeom prst="roundRect">
            <a:avLst>
              <a:gd fmla="val 6097" name="adj"/>
            </a:avLst>
          </a:prstGeom>
          <a:noFill/>
          <a:ln>
            <a:noFill/>
          </a:ln>
        </p:spPr>
      </p:sp>
      <p:sp>
        <p:nvSpPr>
          <p:cNvPr id="1392" name="Google Shape;1392;p44"/>
          <p:cNvSpPr txBox="1"/>
          <p:nvPr>
            <p:ph type="ctrTitle"/>
          </p:nvPr>
        </p:nvSpPr>
        <p:spPr>
          <a:xfrm>
            <a:off x="885600" y="363600"/>
            <a:ext cx="3063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93" name="Google Shape;1393;p44"/>
          <p:cNvSpPr txBox="1"/>
          <p:nvPr>
            <p:ph idx="1" type="subTitle"/>
          </p:nvPr>
        </p:nvSpPr>
        <p:spPr>
          <a:xfrm>
            <a:off x="4806000" y="417600"/>
            <a:ext cx="3956100" cy="426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394" name="Google Shape;1394;p44"/>
          <p:cNvSpPr txBox="1"/>
          <p:nvPr>
            <p:ph idx="3" type="body"/>
          </p:nvPr>
        </p:nvSpPr>
        <p:spPr>
          <a:xfrm>
            <a:off x="4806000" y="844200"/>
            <a:ext cx="3956100" cy="426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95" name="Google Shape;1395;p44"/>
          <p:cNvSpPr/>
          <p:nvPr/>
        </p:nvSpPr>
        <p:spPr>
          <a:xfrm rot="-5400000">
            <a:off x="5322966" y="1077675"/>
            <a:ext cx="71100" cy="1101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44"/>
          <p:cNvSpPr txBox="1"/>
          <p:nvPr>
            <p:ph idx="4" type="body"/>
          </p:nvPr>
        </p:nvSpPr>
        <p:spPr>
          <a:xfrm>
            <a:off x="4806000" y="2062800"/>
            <a:ext cx="3956100" cy="2664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20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45"/>
          <p:cNvSpPr/>
          <p:nvPr>
            <p:ph idx="2" type="pic"/>
          </p:nvPr>
        </p:nvSpPr>
        <p:spPr>
          <a:xfrm>
            <a:off x="356400" y="0"/>
            <a:ext cx="3034800" cy="3790800"/>
          </a:xfrm>
          <a:prstGeom prst="roundRect">
            <a:avLst>
              <a:gd fmla="val 4219" name="adj"/>
            </a:avLst>
          </a:prstGeom>
          <a:noFill/>
          <a:ln>
            <a:noFill/>
          </a:ln>
        </p:spPr>
      </p:sp>
      <p:sp>
        <p:nvSpPr>
          <p:cNvPr id="1399" name="Google Shape;1399;p45"/>
          <p:cNvSpPr/>
          <p:nvPr/>
        </p:nvSpPr>
        <p:spPr>
          <a:xfrm>
            <a:off x="355225" y="3790251"/>
            <a:ext cx="3034800" cy="1353300"/>
          </a:xfrm>
          <a:prstGeom prst="roundRect">
            <a:avLst>
              <a:gd fmla="val 697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45"/>
          <p:cNvSpPr txBox="1"/>
          <p:nvPr>
            <p:ph idx="1" type="subTitle"/>
          </p:nvPr>
        </p:nvSpPr>
        <p:spPr>
          <a:xfrm>
            <a:off x="608400" y="4007250"/>
            <a:ext cx="25272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401" name="Google Shape;1401;p45"/>
          <p:cNvSpPr txBox="1"/>
          <p:nvPr>
            <p:ph idx="3" type="body"/>
          </p:nvPr>
        </p:nvSpPr>
        <p:spPr>
          <a:xfrm>
            <a:off x="608400" y="4502250"/>
            <a:ext cx="25272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02" name="Google Shape;1402;p45"/>
          <p:cNvSpPr txBox="1"/>
          <p:nvPr>
            <p:ph type="ctrTitle"/>
          </p:nvPr>
        </p:nvSpPr>
        <p:spPr>
          <a:xfrm>
            <a:off x="3596400" y="680400"/>
            <a:ext cx="4604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03" name="Google Shape;1403;p45"/>
          <p:cNvSpPr txBox="1"/>
          <p:nvPr>
            <p:ph idx="4" type="body"/>
          </p:nvPr>
        </p:nvSpPr>
        <p:spPr>
          <a:xfrm>
            <a:off x="3596400" y="1778400"/>
            <a:ext cx="4604400" cy="30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1404" name="Google Shape;1404;p45"/>
          <p:cNvGrpSpPr/>
          <p:nvPr/>
        </p:nvGrpSpPr>
        <p:grpSpPr>
          <a:xfrm rot="-2978868">
            <a:off x="7896183" y="2718500"/>
            <a:ext cx="3396383" cy="3002695"/>
            <a:chOff x="2210200" y="260350"/>
            <a:chExt cx="4463375" cy="3566000"/>
          </a:xfrm>
        </p:grpSpPr>
        <p:sp>
          <p:nvSpPr>
            <p:cNvPr id="1405" name="Google Shape;1405;p45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5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45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45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45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45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45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45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5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5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5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5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45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5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5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5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45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2" name="Google Shape;1422;p45"/>
          <p:cNvGrpSpPr/>
          <p:nvPr/>
        </p:nvGrpSpPr>
        <p:grpSpPr>
          <a:xfrm rot="-2978868">
            <a:off x="8253758" y="3508350"/>
            <a:ext cx="3396383" cy="3002695"/>
            <a:chOff x="2210200" y="260350"/>
            <a:chExt cx="4463375" cy="3566000"/>
          </a:xfrm>
        </p:grpSpPr>
        <p:sp>
          <p:nvSpPr>
            <p:cNvPr id="1423" name="Google Shape;1423;p45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45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45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45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5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5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5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5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45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45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45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5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5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5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5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45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45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21"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46"/>
          <p:cNvSpPr/>
          <p:nvPr>
            <p:ph idx="2" type="pic"/>
          </p:nvPr>
        </p:nvSpPr>
        <p:spPr>
          <a:xfrm>
            <a:off x="838800" y="680400"/>
            <a:ext cx="2721600" cy="27216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2" name="Google Shape;1442;p46"/>
          <p:cNvSpPr txBox="1"/>
          <p:nvPr>
            <p:ph idx="1" type="subTitle"/>
          </p:nvPr>
        </p:nvSpPr>
        <p:spPr>
          <a:xfrm>
            <a:off x="936000" y="3589200"/>
            <a:ext cx="25272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443" name="Google Shape;1443;p46"/>
          <p:cNvSpPr txBox="1"/>
          <p:nvPr>
            <p:ph idx="3" type="body"/>
          </p:nvPr>
        </p:nvSpPr>
        <p:spPr>
          <a:xfrm>
            <a:off x="936000" y="4084200"/>
            <a:ext cx="25272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44" name="Google Shape;1444;p46"/>
          <p:cNvSpPr txBox="1"/>
          <p:nvPr>
            <p:ph type="ctrTitle"/>
          </p:nvPr>
        </p:nvSpPr>
        <p:spPr>
          <a:xfrm>
            <a:off x="3873600" y="813600"/>
            <a:ext cx="46044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45" name="Google Shape;1445;p46"/>
          <p:cNvSpPr txBox="1"/>
          <p:nvPr>
            <p:ph idx="4" type="body"/>
          </p:nvPr>
        </p:nvSpPr>
        <p:spPr>
          <a:xfrm>
            <a:off x="3873600" y="1616400"/>
            <a:ext cx="4604400" cy="30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grpSp>
        <p:nvGrpSpPr>
          <p:cNvPr id="1446" name="Google Shape;1446;p46"/>
          <p:cNvGrpSpPr/>
          <p:nvPr/>
        </p:nvGrpSpPr>
        <p:grpSpPr>
          <a:xfrm rot="-2978561">
            <a:off x="7675874" y="3297524"/>
            <a:ext cx="2160167" cy="1910050"/>
            <a:chOff x="2210200" y="260350"/>
            <a:chExt cx="4463375" cy="3566000"/>
          </a:xfrm>
        </p:grpSpPr>
        <p:sp>
          <p:nvSpPr>
            <p:cNvPr id="1447" name="Google Shape;1447;p4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4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4" name="Google Shape;1464;p46"/>
          <p:cNvGrpSpPr/>
          <p:nvPr/>
        </p:nvGrpSpPr>
        <p:grpSpPr>
          <a:xfrm rot="-2978871">
            <a:off x="7648454" y="4130340"/>
            <a:ext cx="1258049" cy="1112643"/>
            <a:chOff x="2210200" y="260350"/>
            <a:chExt cx="4463375" cy="3566000"/>
          </a:xfrm>
        </p:grpSpPr>
        <p:sp>
          <p:nvSpPr>
            <p:cNvPr id="1465" name="Google Shape;1465;p46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6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6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6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6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6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6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6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6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6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6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6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6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6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6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6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6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22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7"/>
          <p:cNvSpPr/>
          <p:nvPr>
            <p:ph idx="2" type="pic"/>
          </p:nvPr>
        </p:nvSpPr>
        <p:spPr>
          <a:xfrm>
            <a:off x="345600" y="331200"/>
            <a:ext cx="4068000" cy="4478400"/>
          </a:xfrm>
          <a:prstGeom prst="roundRect">
            <a:avLst>
              <a:gd fmla="val 4219" name="adj"/>
            </a:avLst>
          </a:prstGeom>
          <a:noFill/>
          <a:ln>
            <a:noFill/>
          </a:ln>
        </p:spPr>
      </p:sp>
      <p:grpSp>
        <p:nvGrpSpPr>
          <p:cNvPr id="1484" name="Google Shape;1484;p47"/>
          <p:cNvGrpSpPr/>
          <p:nvPr/>
        </p:nvGrpSpPr>
        <p:grpSpPr>
          <a:xfrm flipH="1">
            <a:off x="8207397" y="331938"/>
            <a:ext cx="3437188" cy="3780675"/>
            <a:chOff x="2578075" y="-36175"/>
            <a:chExt cx="3666725" cy="4182625"/>
          </a:xfrm>
        </p:grpSpPr>
        <p:sp>
          <p:nvSpPr>
            <p:cNvPr id="1485" name="Google Shape;1485;p47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7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7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7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7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7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7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7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7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7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7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7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7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7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7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7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7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2" name="Google Shape;1502;p47"/>
          <p:cNvSpPr/>
          <p:nvPr/>
        </p:nvSpPr>
        <p:spPr>
          <a:xfrm rot="10800000">
            <a:off x="4639575" y="1551050"/>
            <a:ext cx="71100" cy="813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47"/>
          <p:cNvSpPr/>
          <p:nvPr/>
        </p:nvSpPr>
        <p:spPr>
          <a:xfrm rot="10800000">
            <a:off x="4639575" y="2736100"/>
            <a:ext cx="71100" cy="813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47"/>
          <p:cNvSpPr/>
          <p:nvPr/>
        </p:nvSpPr>
        <p:spPr>
          <a:xfrm rot="10800000">
            <a:off x="4639575" y="3873925"/>
            <a:ext cx="71100" cy="813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47"/>
          <p:cNvSpPr txBox="1"/>
          <p:nvPr/>
        </p:nvSpPr>
        <p:spPr>
          <a:xfrm>
            <a:off x="5018825" y="1455300"/>
            <a:ext cx="3214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Number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06" name="Google Shape;1506;p47"/>
          <p:cNvSpPr txBox="1"/>
          <p:nvPr/>
        </p:nvSpPr>
        <p:spPr>
          <a:xfrm>
            <a:off x="5018826" y="2635325"/>
            <a:ext cx="3214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Email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07" name="Google Shape;1507;p47"/>
          <p:cNvSpPr txBox="1"/>
          <p:nvPr/>
        </p:nvSpPr>
        <p:spPr>
          <a:xfrm>
            <a:off x="5018825" y="3830450"/>
            <a:ext cx="3214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Site Link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08" name="Google Shape;1508;p47"/>
          <p:cNvSpPr txBox="1"/>
          <p:nvPr>
            <p:ph type="ctrTitle"/>
          </p:nvPr>
        </p:nvSpPr>
        <p:spPr>
          <a:xfrm>
            <a:off x="4640400" y="396000"/>
            <a:ext cx="39708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09" name="Google Shape;1509;p47"/>
          <p:cNvSpPr txBox="1"/>
          <p:nvPr>
            <p:ph idx="1" type="body"/>
          </p:nvPr>
        </p:nvSpPr>
        <p:spPr>
          <a:xfrm>
            <a:off x="5018400" y="1880175"/>
            <a:ext cx="32148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0" name="Google Shape;1510;p47"/>
          <p:cNvSpPr txBox="1"/>
          <p:nvPr>
            <p:ph idx="3" type="body"/>
          </p:nvPr>
        </p:nvSpPr>
        <p:spPr>
          <a:xfrm>
            <a:off x="5018400" y="3060975"/>
            <a:ext cx="32148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1" name="Google Shape;1511;p47"/>
          <p:cNvSpPr txBox="1"/>
          <p:nvPr>
            <p:ph idx="4" type="body"/>
          </p:nvPr>
        </p:nvSpPr>
        <p:spPr>
          <a:xfrm>
            <a:off x="5018400" y="4256175"/>
            <a:ext cx="32148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23"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48"/>
          <p:cNvSpPr/>
          <p:nvPr/>
        </p:nvSpPr>
        <p:spPr>
          <a:xfrm>
            <a:off x="349250" y="269975"/>
            <a:ext cx="5364900" cy="4873500"/>
          </a:xfrm>
          <a:prstGeom prst="roundRect">
            <a:avLst>
              <a:gd fmla="val 558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48"/>
          <p:cNvSpPr txBox="1"/>
          <p:nvPr/>
        </p:nvSpPr>
        <p:spPr>
          <a:xfrm>
            <a:off x="896757" y="652725"/>
            <a:ext cx="4269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Number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15" name="Google Shape;1515;p48"/>
          <p:cNvSpPr txBox="1"/>
          <p:nvPr/>
        </p:nvSpPr>
        <p:spPr>
          <a:xfrm>
            <a:off x="896758" y="1659025"/>
            <a:ext cx="4269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Email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16" name="Google Shape;1516;p48"/>
          <p:cNvSpPr txBox="1"/>
          <p:nvPr/>
        </p:nvSpPr>
        <p:spPr>
          <a:xfrm>
            <a:off x="896757" y="2662750"/>
            <a:ext cx="4269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Site Link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17" name="Google Shape;1517;p48"/>
          <p:cNvSpPr txBox="1"/>
          <p:nvPr/>
        </p:nvSpPr>
        <p:spPr>
          <a:xfrm>
            <a:off x="896770" y="3666475"/>
            <a:ext cx="4269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rPr>
              <a:t>Address</a:t>
            </a:r>
            <a:endParaRPr b="1">
              <a:solidFill>
                <a:schemeClr val="lt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518" name="Google Shape;1518;p48"/>
          <p:cNvSpPr txBox="1"/>
          <p:nvPr>
            <p:ph idx="1" type="body"/>
          </p:nvPr>
        </p:nvSpPr>
        <p:spPr>
          <a:xfrm>
            <a:off x="896400" y="1080000"/>
            <a:ext cx="42696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9" name="Google Shape;1519;p48"/>
          <p:cNvSpPr txBox="1"/>
          <p:nvPr>
            <p:ph idx="2" type="body"/>
          </p:nvPr>
        </p:nvSpPr>
        <p:spPr>
          <a:xfrm>
            <a:off x="896400" y="2084400"/>
            <a:ext cx="42696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20" name="Google Shape;1520;p48"/>
          <p:cNvSpPr txBox="1"/>
          <p:nvPr>
            <p:ph idx="3" type="body"/>
          </p:nvPr>
        </p:nvSpPr>
        <p:spPr>
          <a:xfrm>
            <a:off x="896400" y="3088800"/>
            <a:ext cx="4269600" cy="496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21" name="Google Shape;1521;p48"/>
          <p:cNvSpPr txBox="1"/>
          <p:nvPr>
            <p:ph idx="4" type="body"/>
          </p:nvPr>
        </p:nvSpPr>
        <p:spPr>
          <a:xfrm>
            <a:off x="896400" y="3985200"/>
            <a:ext cx="4269600" cy="774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22" name="Google Shape;1522;p48"/>
          <p:cNvSpPr/>
          <p:nvPr>
            <p:ph idx="5" type="pic"/>
          </p:nvPr>
        </p:nvSpPr>
        <p:spPr>
          <a:xfrm>
            <a:off x="5713200" y="0"/>
            <a:ext cx="3074400" cy="2682000"/>
          </a:xfrm>
          <a:prstGeom prst="roundRect">
            <a:avLst>
              <a:gd fmla="val 4219" name="adj"/>
            </a:avLst>
          </a:prstGeom>
          <a:noFill/>
          <a:ln>
            <a:noFill/>
          </a:ln>
        </p:spPr>
      </p:sp>
      <p:sp>
        <p:nvSpPr>
          <p:cNvPr id="1523" name="Google Shape;1523;p48"/>
          <p:cNvSpPr txBox="1"/>
          <p:nvPr>
            <p:ph type="ctrTitle"/>
          </p:nvPr>
        </p:nvSpPr>
        <p:spPr>
          <a:xfrm>
            <a:off x="5810650" y="3364200"/>
            <a:ext cx="29007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524" name="Google Shape;1524;p48"/>
          <p:cNvGrpSpPr/>
          <p:nvPr/>
        </p:nvGrpSpPr>
        <p:grpSpPr>
          <a:xfrm rot="-2978419">
            <a:off x="7578981" y="3951003"/>
            <a:ext cx="2605998" cy="2304189"/>
            <a:chOff x="2210200" y="260350"/>
            <a:chExt cx="4463375" cy="3566000"/>
          </a:xfrm>
        </p:grpSpPr>
        <p:sp>
          <p:nvSpPr>
            <p:cNvPr id="1525" name="Google Shape;1525;p48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8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8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8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8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8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8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8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8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8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8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8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8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8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8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8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8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49"/>
          <p:cNvSpPr txBox="1"/>
          <p:nvPr>
            <p:ph type="ctrTitle"/>
          </p:nvPr>
        </p:nvSpPr>
        <p:spPr>
          <a:xfrm>
            <a:off x="368175" y="1867950"/>
            <a:ext cx="6040800" cy="140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44" name="Google Shape;154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grpSp>
        <p:nvGrpSpPr>
          <p:cNvPr id="1545" name="Google Shape;1545;p49"/>
          <p:cNvGrpSpPr/>
          <p:nvPr/>
        </p:nvGrpSpPr>
        <p:grpSpPr>
          <a:xfrm>
            <a:off x="6580442" y="-765297"/>
            <a:ext cx="3433521" cy="3916610"/>
            <a:chOff x="2578075" y="-36175"/>
            <a:chExt cx="3666725" cy="4182625"/>
          </a:xfrm>
        </p:grpSpPr>
        <p:sp>
          <p:nvSpPr>
            <p:cNvPr id="1546" name="Google Shape;1546;p49"/>
            <p:cNvSpPr/>
            <p:nvPr/>
          </p:nvSpPr>
          <p:spPr>
            <a:xfrm>
              <a:off x="2780850" y="-36175"/>
              <a:ext cx="2953625" cy="4182625"/>
            </a:xfrm>
            <a:custGeom>
              <a:rect b="b" l="l" r="r" t="t"/>
              <a:pathLst>
                <a:path extrusionOk="0" h="167305" w="118145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9"/>
            <p:cNvSpPr/>
            <p:nvPr/>
          </p:nvSpPr>
          <p:spPr>
            <a:xfrm>
              <a:off x="2788400" y="-10025"/>
              <a:ext cx="2918975" cy="4133025"/>
            </a:xfrm>
            <a:custGeom>
              <a:rect b="b" l="l" r="r" t="t"/>
              <a:pathLst>
                <a:path extrusionOk="0" h="165321" w="116759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9"/>
            <p:cNvSpPr/>
            <p:nvPr/>
          </p:nvSpPr>
          <p:spPr>
            <a:xfrm>
              <a:off x="2797900" y="14525"/>
              <a:ext cx="2878750" cy="4084725"/>
            </a:xfrm>
            <a:custGeom>
              <a:rect b="b" l="l" r="r" t="t"/>
              <a:pathLst>
                <a:path extrusionOk="0" h="163389" w="11515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9"/>
            <p:cNvSpPr/>
            <p:nvPr/>
          </p:nvSpPr>
          <p:spPr>
            <a:xfrm>
              <a:off x="2809900" y="37300"/>
              <a:ext cx="2836025" cy="4038775"/>
            </a:xfrm>
            <a:custGeom>
              <a:rect b="b" l="l" r="r" t="t"/>
              <a:pathLst>
                <a:path extrusionOk="0" h="161551" w="113441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9"/>
            <p:cNvSpPr/>
            <p:nvPr/>
          </p:nvSpPr>
          <p:spPr>
            <a:xfrm>
              <a:off x="2811025" y="57800"/>
              <a:ext cx="2801675" cy="3995375"/>
            </a:xfrm>
            <a:custGeom>
              <a:rect b="b" l="l" r="r" t="t"/>
              <a:pathLst>
                <a:path extrusionOk="0" h="159815" w="112067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9"/>
            <p:cNvSpPr/>
            <p:nvPr/>
          </p:nvSpPr>
          <p:spPr>
            <a:xfrm>
              <a:off x="2787575" y="76575"/>
              <a:ext cx="2839625" cy="3954800"/>
            </a:xfrm>
            <a:custGeom>
              <a:rect b="b" l="l" r="r" t="t"/>
              <a:pathLst>
                <a:path extrusionOk="0" h="158192" w="113585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9"/>
            <p:cNvSpPr/>
            <p:nvPr/>
          </p:nvSpPr>
          <p:spPr>
            <a:xfrm>
              <a:off x="2768300" y="93525"/>
              <a:ext cx="2958350" cy="3916625"/>
            </a:xfrm>
            <a:custGeom>
              <a:rect b="b" l="l" r="r" t="t"/>
              <a:pathLst>
                <a:path extrusionOk="0" h="156665" w="118334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9"/>
            <p:cNvSpPr/>
            <p:nvPr/>
          </p:nvSpPr>
          <p:spPr>
            <a:xfrm>
              <a:off x="2753775" y="108575"/>
              <a:ext cx="3043275" cy="3881475"/>
            </a:xfrm>
            <a:custGeom>
              <a:rect b="b" l="l" r="r" t="t"/>
              <a:pathLst>
                <a:path extrusionOk="0" h="155259" w="121731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9"/>
            <p:cNvSpPr/>
            <p:nvPr/>
          </p:nvSpPr>
          <p:spPr>
            <a:xfrm>
              <a:off x="2742875" y="121875"/>
              <a:ext cx="3112000" cy="3849450"/>
            </a:xfrm>
            <a:custGeom>
              <a:rect b="b" l="l" r="r" t="t"/>
              <a:pathLst>
                <a:path extrusionOk="0" h="153978" w="12448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9"/>
            <p:cNvSpPr/>
            <p:nvPr/>
          </p:nvSpPr>
          <p:spPr>
            <a:xfrm>
              <a:off x="2590650" y="133100"/>
              <a:ext cx="3318950" cy="3820900"/>
            </a:xfrm>
            <a:custGeom>
              <a:rect b="b" l="l" r="r" t="t"/>
              <a:pathLst>
                <a:path extrusionOk="0" h="152836" w="132758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9"/>
            <p:cNvSpPr/>
            <p:nvPr/>
          </p:nvSpPr>
          <p:spPr>
            <a:xfrm>
              <a:off x="2587000" y="142525"/>
              <a:ext cx="3453625" cy="3795850"/>
            </a:xfrm>
            <a:custGeom>
              <a:rect b="b" l="l" r="r" t="t"/>
              <a:pathLst>
                <a:path extrusionOk="0" h="151834" w="138145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9"/>
            <p:cNvSpPr/>
            <p:nvPr/>
          </p:nvSpPr>
          <p:spPr>
            <a:xfrm>
              <a:off x="2578075" y="150050"/>
              <a:ext cx="3339350" cy="3774900"/>
            </a:xfrm>
            <a:custGeom>
              <a:rect b="b" l="l" r="r" t="t"/>
              <a:pathLst>
                <a:path extrusionOk="0" h="150996" w="133574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9"/>
            <p:cNvSpPr/>
            <p:nvPr/>
          </p:nvSpPr>
          <p:spPr>
            <a:xfrm>
              <a:off x="2680300" y="155575"/>
              <a:ext cx="3277925" cy="3757375"/>
            </a:xfrm>
            <a:custGeom>
              <a:rect b="b" l="l" r="r" t="t"/>
              <a:pathLst>
                <a:path extrusionOk="0" h="150295" w="131117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9"/>
            <p:cNvSpPr/>
            <p:nvPr/>
          </p:nvSpPr>
          <p:spPr>
            <a:xfrm>
              <a:off x="2689525" y="159350"/>
              <a:ext cx="3470925" cy="3744375"/>
            </a:xfrm>
            <a:custGeom>
              <a:rect b="b" l="l" r="r" t="t"/>
              <a:pathLst>
                <a:path extrusionOk="0" h="149775" w="138837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9"/>
            <p:cNvSpPr/>
            <p:nvPr/>
          </p:nvSpPr>
          <p:spPr>
            <a:xfrm>
              <a:off x="2696500" y="161000"/>
              <a:ext cx="3348300" cy="3735750"/>
            </a:xfrm>
            <a:custGeom>
              <a:rect b="b" l="l" r="r" t="t"/>
              <a:pathLst>
                <a:path extrusionOk="0" h="149430" w="133932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9"/>
            <p:cNvSpPr/>
            <p:nvPr/>
          </p:nvSpPr>
          <p:spPr>
            <a:xfrm>
              <a:off x="2620250" y="161100"/>
              <a:ext cx="3624550" cy="3731175"/>
            </a:xfrm>
            <a:custGeom>
              <a:rect b="b" l="l" r="r" t="t"/>
              <a:pathLst>
                <a:path extrusionOk="0" h="149247" w="144982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9"/>
            <p:cNvSpPr/>
            <p:nvPr/>
          </p:nvSpPr>
          <p:spPr>
            <a:xfrm>
              <a:off x="2703200" y="159275"/>
              <a:ext cx="3422325" cy="3731050"/>
            </a:xfrm>
            <a:custGeom>
              <a:rect b="b" l="l" r="r" t="t"/>
              <a:pathLst>
                <a:path extrusionOk="0" h="149242" w="136893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3" name="Google Shape;1563;p49"/>
          <p:cNvGrpSpPr/>
          <p:nvPr/>
        </p:nvGrpSpPr>
        <p:grpSpPr>
          <a:xfrm>
            <a:off x="6235964" y="-487630"/>
            <a:ext cx="4179504" cy="3339202"/>
            <a:chOff x="2210200" y="260350"/>
            <a:chExt cx="4463375" cy="3566000"/>
          </a:xfrm>
        </p:grpSpPr>
        <p:sp>
          <p:nvSpPr>
            <p:cNvPr id="1564" name="Google Shape;1564;p4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1" name="Google Shape;1581;p49"/>
          <p:cNvGrpSpPr/>
          <p:nvPr/>
        </p:nvGrpSpPr>
        <p:grpSpPr>
          <a:xfrm>
            <a:off x="-2815636" y="3753695"/>
            <a:ext cx="4179504" cy="3339202"/>
            <a:chOff x="2210200" y="260350"/>
            <a:chExt cx="4463375" cy="3566000"/>
          </a:xfrm>
        </p:grpSpPr>
        <p:sp>
          <p:nvSpPr>
            <p:cNvPr id="1582" name="Google Shape;1582;p49"/>
            <p:cNvSpPr/>
            <p:nvPr/>
          </p:nvSpPr>
          <p:spPr>
            <a:xfrm>
              <a:off x="2210200" y="386200"/>
              <a:ext cx="4463375" cy="2998250"/>
            </a:xfrm>
            <a:custGeom>
              <a:rect b="b" l="l" r="r" t="t"/>
              <a:pathLst>
                <a:path extrusionOk="0" h="119930" w="178535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9"/>
            <p:cNvSpPr/>
            <p:nvPr/>
          </p:nvSpPr>
          <p:spPr>
            <a:xfrm>
              <a:off x="2236725" y="391250"/>
              <a:ext cx="4402200" cy="2993775"/>
            </a:xfrm>
            <a:custGeom>
              <a:rect b="b" l="l" r="r" t="t"/>
              <a:pathLst>
                <a:path extrusionOk="0" h="119751" w="176088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9"/>
            <p:cNvSpPr/>
            <p:nvPr/>
          </p:nvSpPr>
          <p:spPr>
            <a:xfrm>
              <a:off x="2250700" y="395325"/>
              <a:ext cx="4337950" cy="2988850"/>
            </a:xfrm>
            <a:custGeom>
              <a:rect b="b" l="l" r="r" t="t"/>
              <a:pathLst>
                <a:path extrusionOk="0" h="119554" w="173518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9"/>
            <p:cNvSpPr/>
            <p:nvPr/>
          </p:nvSpPr>
          <p:spPr>
            <a:xfrm>
              <a:off x="2308525" y="398350"/>
              <a:ext cx="4237675" cy="2985825"/>
            </a:xfrm>
            <a:custGeom>
              <a:rect b="b" l="l" r="r" t="t"/>
              <a:pathLst>
                <a:path extrusionOk="0" h="119433" w="169507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9"/>
            <p:cNvSpPr/>
            <p:nvPr/>
          </p:nvSpPr>
          <p:spPr>
            <a:xfrm>
              <a:off x="2340925" y="400275"/>
              <a:ext cx="4197450" cy="2983900"/>
            </a:xfrm>
            <a:custGeom>
              <a:rect b="b" l="l" r="r" t="t"/>
              <a:pathLst>
                <a:path extrusionOk="0" h="119356" w="167898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9"/>
            <p:cNvSpPr/>
            <p:nvPr/>
          </p:nvSpPr>
          <p:spPr>
            <a:xfrm>
              <a:off x="2350150" y="401525"/>
              <a:ext cx="4208325" cy="2983225"/>
            </a:xfrm>
            <a:custGeom>
              <a:rect b="b" l="l" r="r" t="t"/>
              <a:pathLst>
                <a:path extrusionOk="0" h="119329" w="168333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9"/>
            <p:cNvSpPr/>
            <p:nvPr/>
          </p:nvSpPr>
          <p:spPr>
            <a:xfrm>
              <a:off x="2382550" y="401975"/>
              <a:ext cx="4156100" cy="2983600"/>
            </a:xfrm>
            <a:custGeom>
              <a:rect b="b" l="l" r="r" t="t"/>
              <a:pathLst>
                <a:path extrusionOk="0" h="119344" w="166244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9"/>
            <p:cNvSpPr/>
            <p:nvPr/>
          </p:nvSpPr>
          <p:spPr>
            <a:xfrm>
              <a:off x="2413825" y="401800"/>
              <a:ext cx="4137125" cy="2984625"/>
            </a:xfrm>
            <a:custGeom>
              <a:rect b="b" l="l" r="r" t="t"/>
              <a:pathLst>
                <a:path extrusionOk="0" h="119385" w="165485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9"/>
            <p:cNvSpPr/>
            <p:nvPr/>
          </p:nvSpPr>
          <p:spPr>
            <a:xfrm>
              <a:off x="2439525" y="400650"/>
              <a:ext cx="4134875" cy="2988000"/>
            </a:xfrm>
            <a:custGeom>
              <a:rect b="b" l="l" r="r" t="t"/>
              <a:pathLst>
                <a:path extrusionOk="0" h="119520" w="165395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9"/>
            <p:cNvSpPr/>
            <p:nvPr/>
          </p:nvSpPr>
          <p:spPr>
            <a:xfrm>
              <a:off x="2374175" y="398375"/>
              <a:ext cx="4157225" cy="2998225"/>
            </a:xfrm>
            <a:custGeom>
              <a:rect b="b" l="l" r="r" t="t"/>
              <a:pathLst>
                <a:path extrusionOk="0" h="119929" w="166289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9"/>
            <p:cNvSpPr/>
            <p:nvPr/>
          </p:nvSpPr>
          <p:spPr>
            <a:xfrm>
              <a:off x="2400700" y="393625"/>
              <a:ext cx="4140175" cy="3051175"/>
            </a:xfrm>
            <a:custGeom>
              <a:rect b="b" l="l" r="r" t="t"/>
              <a:pathLst>
                <a:path extrusionOk="0" h="122047" w="165607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9"/>
            <p:cNvSpPr/>
            <p:nvPr/>
          </p:nvSpPr>
          <p:spPr>
            <a:xfrm>
              <a:off x="2419425" y="385925"/>
              <a:ext cx="4133200" cy="3114450"/>
            </a:xfrm>
            <a:custGeom>
              <a:rect b="b" l="l" r="r" t="t"/>
              <a:pathLst>
                <a:path extrusionOk="0" h="124578" w="165328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9"/>
            <p:cNvSpPr/>
            <p:nvPr/>
          </p:nvSpPr>
          <p:spPr>
            <a:xfrm>
              <a:off x="2402650" y="373925"/>
              <a:ext cx="4163100" cy="3186800"/>
            </a:xfrm>
            <a:custGeom>
              <a:rect b="b" l="l" r="r" t="t"/>
              <a:pathLst>
                <a:path extrusionOk="0" h="127472" w="166524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9"/>
            <p:cNvSpPr/>
            <p:nvPr/>
          </p:nvSpPr>
          <p:spPr>
            <a:xfrm>
              <a:off x="2424725" y="356725"/>
              <a:ext cx="4156100" cy="3267400"/>
            </a:xfrm>
            <a:custGeom>
              <a:rect b="b" l="l" r="r" t="t"/>
              <a:pathLst>
                <a:path extrusionOk="0" h="130696" w="166244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9"/>
            <p:cNvSpPr/>
            <p:nvPr/>
          </p:nvSpPr>
          <p:spPr>
            <a:xfrm>
              <a:off x="2406575" y="332075"/>
              <a:ext cx="4184300" cy="3357975"/>
            </a:xfrm>
            <a:custGeom>
              <a:rect b="b" l="l" r="r" t="t"/>
              <a:pathLst>
                <a:path extrusionOk="0" h="134319" w="167372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9"/>
            <p:cNvSpPr/>
            <p:nvPr/>
          </p:nvSpPr>
          <p:spPr>
            <a:xfrm>
              <a:off x="2410200" y="298450"/>
              <a:ext cx="4197175" cy="3459200"/>
            </a:xfrm>
            <a:custGeom>
              <a:rect b="b" l="l" r="r" t="t"/>
              <a:pathLst>
                <a:path extrusionOk="0" h="138368" w="167887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9"/>
            <p:cNvSpPr/>
            <p:nvPr/>
          </p:nvSpPr>
          <p:spPr>
            <a:xfrm>
              <a:off x="2366900" y="260350"/>
              <a:ext cx="4266450" cy="3566000"/>
            </a:xfrm>
            <a:custGeom>
              <a:rect b="b" l="l" r="r" t="t"/>
              <a:pathLst>
                <a:path extrusionOk="0" h="142640" w="170658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"/>
              <a:buNone/>
              <a:defRPr b="1" sz="20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●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○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■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●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○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■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●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○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Space Mono"/>
              <a:buChar char="■"/>
              <a:defRPr sz="11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50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Titlu: Proiect Candy Crush</a:t>
            </a:r>
            <a:endParaRPr/>
          </a:p>
        </p:txBody>
      </p:sp>
      <p:sp>
        <p:nvSpPr>
          <p:cNvPr id="1604" name="Google Shape;1604;p50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Prezentare bot Python pentru Candy Crush.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Scop: Automatizarea jocului Candy Crush.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Mediu de lucru: Python.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Obiectiv: Explorarea programării prin jocuri.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51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Înțelegerea funcționării programului</a:t>
            </a:r>
            <a:endParaRPr/>
          </a:p>
        </p:txBody>
      </p:sp>
      <p:sp>
        <p:nvSpPr>
          <p:cNvPr id="1610" name="Google Shape;1610;p51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Cum funcționează programul Candy Crush simplificat.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Găsește combinații: Programul caută automat grupuri de bomboane identice.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Șterge bomboane: Elimină bomboanele care fac parte dintr-o combinație.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Cad bomboane: Bomboanele de sus cad pentru a umple golurile.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Apar bomboane noi: Programul adaugă automat bomboane noi în grilă.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52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Numărarea swap-urilor valide</a:t>
            </a:r>
            <a:endParaRPr/>
          </a:p>
        </p:txBody>
      </p:sp>
      <p:sp>
        <p:nvSpPr>
          <p:cNvPr id="1616" name="Google Shape;1616;p52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Un aspect crucial al botului este modul în care gestionează mișcările.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Swap-uri Valide: Numărăm doar mișcările care conduc la formarea unei combinații.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Cascade: Cascadele (combinații multiple dintr-o singură mișcare inițială) sunt bune, dar nu cresc numărul de swap-uri utilizate. Fiecare mișcare inițială contează ca un singur swap, indiferent de câte reacții în lanț provoacă.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53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Sistemul de notare explicat</a:t>
            </a:r>
            <a:endParaRPr/>
          </a:p>
        </p:txBody>
      </p:sp>
      <p:sp>
        <p:nvSpPr>
          <p:cNvPr id="1622" name="Google Shape;1622;p53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Scorul este direct legat de lungimea combinațiilor.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3 în linie: 20 de puncte per combinație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4 în linie: 30 de puncte per combinație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≥5 în linie: 40 de puncte per combinație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o"/>
              <a:t>Cu cât combinația e mai mare, cu atât scorul crește mai repede!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54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Proces de simulare</a:t>
            </a:r>
            <a:endParaRPr/>
          </a:p>
        </p:txBody>
      </p:sp>
      <p:sp>
        <p:nvSpPr>
          <p:cNvPr id="1628" name="Google Shape;1628;p54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Pentru a evalua performanța botului, am efectuat o serie de simulări.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Rulare: Am rulat 100 de jocuri complete.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Statistici: Am colectat date despre: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/>
              <a:t>Puncte medii obținute.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/>
              <a:t>Numărul mediu de swap-uri efectuate.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/>
              <a:t>Numărul mediu de swap-uri pentru jocurile care au atins 10.000 depuncte.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55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Indicatori de performanță</a:t>
            </a:r>
            <a:endParaRPr/>
          </a:p>
        </p:txBody>
      </p:sp>
      <p:sp>
        <p:nvSpPr>
          <p:cNvPr id="1634" name="Google Shape;1634;p55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Indicatorii ne-au ajutat să înțelegem eficiența botului.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Puncte Medii: O medie mai mare indică o strategie mai bună.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Swap-uri Medii: Mai puține swap-uri pentru același scor sugerează o eficiență sporită.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Swap-uri Medii (10.000p): Această metrică arată cât de eficient este botul în jocurile de succes.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6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Testarea unitară</a:t>
            </a:r>
            <a:endParaRPr/>
          </a:p>
        </p:txBody>
      </p:sp>
      <p:sp>
        <p:nvSpPr>
          <p:cNvPr id="1640" name="Google Shape;1640;p56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Am asigurat fiabilitatea codului prin teste unitare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Generare Tablă: Teste pentru a verifica dacă tablele de joc sunt generate corect.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Implementare Gravitațională: Teste pentru a ne asigura că bomboanele cad corect.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Detecție Formațiuni: Teste pentru a verifica acuratețea detectării combinațiilor.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57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Colectarea și analiza datelor</a:t>
            </a:r>
            <a:endParaRPr/>
          </a:p>
        </p:txBody>
      </p:sp>
      <p:sp>
        <p:nvSpPr>
          <p:cNvPr id="1646" name="Google Shape;1646;p57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Rezultatele au fost stocate pentru analiză detaliată.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Format CSV: Am salvat toate datele într-un format CSV ușor de utilizat.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Analiză: Utilizând aceste date, putem explora performanța botului, identifica punctele forte și zonele care necesită îmbunătățiri.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58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Probleme întâmpinate la crearea botului</a:t>
            </a:r>
            <a:endParaRPr/>
          </a:p>
        </p:txBody>
      </p:sp>
      <p:sp>
        <p:nvSpPr>
          <p:cNvPr id="1652" name="Google Shape;1652;p58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Crearea botului a avut câteva dificultăți importante.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Algoritmi rapizi: A fost greu să găsim metode rapide de a vedea combinațiile posibile.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Reacții în lanț: Trebuia asigurat faptul că reacțiile după fiecare mutare sunt corecte.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Testare atentă: Am verificat dacă botul funcționează bine în multe situații diferite din joc.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9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Îmbunătățiri și îmbunătățiri viitoare</a:t>
            </a:r>
            <a:endParaRPr/>
          </a:p>
        </p:txBody>
      </p:sp>
      <p:sp>
        <p:nvSpPr>
          <p:cNvPr id="1658" name="Google Shape;1658;p59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Îmbunătățirile sunt mereu pe drum!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Strategii Avansate: Implementarea unor strategii mai sofisticate pentru a maximiza scorul.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Învățare Automată: Antrenarea botului folosind algoritmi de învățare automată pentru a se adapta și a îmbunătăți performanța în timp.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Interfețe cu Utilizatorul: Crearea unei interfețe grafice prietenoase pentru a interacționa mai ușor cu botul.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60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Principalele învățăminte din proiect</a:t>
            </a:r>
            <a:endParaRPr/>
          </a:p>
        </p:txBody>
      </p:sp>
      <p:sp>
        <p:nvSpPr>
          <p:cNvPr id="1664" name="Google Shape;1664;p60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Ce am învățat din această aventură?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Importanța Algoritmilor: Algoritmii eficienți sunt cruciali pentru performanța optimă.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Testarea Riguroasă: Testarea amănunțită este esențială pentru identificarea și corectarea erorilor.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Perseverența: Rezolvarea problemelor complexe necesită răbdare și determinare.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61"/>
          <p:cNvSpPr txBox="1"/>
          <p:nvPr>
            <p:ph type="ctrTitle"/>
          </p:nvPr>
        </p:nvSpPr>
        <p:spPr>
          <a:xfrm>
            <a:off x="1375200" y="604713"/>
            <a:ext cx="6393600" cy="5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Concluzie și întrebări și răspunsuri</a:t>
            </a:r>
            <a:endParaRPr/>
          </a:p>
        </p:txBody>
      </p:sp>
      <p:sp>
        <p:nvSpPr>
          <p:cNvPr id="1670" name="Google Shape;1670;p61"/>
          <p:cNvSpPr txBox="1"/>
          <p:nvPr>
            <p:ph idx="1" type="body"/>
          </p:nvPr>
        </p:nvSpPr>
        <p:spPr>
          <a:xfrm>
            <a:off x="1375200" y="1430477"/>
            <a:ext cx="6393600" cy="31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o"/>
              <a:t>În concluzie, crearea unui bot de Candy Crush în Python a fost o experiență de învățare valoroasă, plină de provocări și satisfacții.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6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63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Titlu: Proiect Candy Crush</a:t>
            </a:r>
            <a:endParaRPr/>
          </a:p>
        </p:txBody>
      </p:sp>
      <p:sp>
        <p:nvSpPr>
          <p:cNvPr id="1681" name="Google Shape;1681;p63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Prezentare bot Python pentru Candy Crush.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Scop: Automatizarea jocului Candy Crush.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Mediu de lucru: Python.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Obiectiv: Explorarea programării prin jocuri.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64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Înțelegerea funcționării programului</a:t>
            </a:r>
            <a:endParaRPr/>
          </a:p>
        </p:txBody>
      </p:sp>
      <p:sp>
        <p:nvSpPr>
          <p:cNvPr id="1687" name="Google Shape;1687;p64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Cum funcționează programul Candy Crush simplificat.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Găsește combinații: Programul caută automat grupuri de bomboane identice.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Șterge bomboane: Elimină bomboanele care fac parte dintr-o combinație.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Cad bomboane: Bomboanele de sus cad pentru a umple golurile.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Apar bomboane noi: Programul adaugă automat bomboane noi în grilă.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65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Numărarea swap-urilor valide</a:t>
            </a:r>
            <a:endParaRPr/>
          </a:p>
        </p:txBody>
      </p:sp>
      <p:sp>
        <p:nvSpPr>
          <p:cNvPr id="1693" name="Google Shape;1693;p65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Un aspect crucial al botului este modul în care gestionează mișcările.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Swap-uri Valide: Numărăm doar mișcările care conduc la formarea unei combinații.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Cascade: Cascadele (combinații multiple dintr-o singură mișcare inițială) sunt bune, dar nu cresc numărul de swap-uri utilizate. Fiecare mișcare inițială contează ca un singur swap, indiferent de câte reacții în lanț provoacă.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66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Sistemul de notare explicat</a:t>
            </a:r>
            <a:endParaRPr/>
          </a:p>
        </p:txBody>
      </p:sp>
      <p:sp>
        <p:nvSpPr>
          <p:cNvPr id="1699" name="Google Shape;1699;p66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Scorul este direct legat de lungimea combinațiilor.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3 în linie: 20 de puncte per combinație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4 în linie: 30 de puncte per combinație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≥5 în linie: 40 de puncte per combinație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o"/>
              <a:t>Cu cât combinația e mai mare, cu atât scorul crește mai repede!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67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Proces de simulare</a:t>
            </a:r>
            <a:endParaRPr/>
          </a:p>
        </p:txBody>
      </p:sp>
      <p:sp>
        <p:nvSpPr>
          <p:cNvPr id="1705" name="Google Shape;1705;p67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Pentru a evalua performanța botului, am efectuat o serie de simulări.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Rulare: Am rulat 100 de jocuri complete.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Statistici: Am colectat date despre: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/>
              <a:t>Puncte medii obținute.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/>
              <a:t>Numărul mediu de swap-uri efectuate.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ro"/>
              <a:t>Numărul mediu de swap-uri pentru jocurile care au atins 10.000 depuncte.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68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Indicatori de performanță</a:t>
            </a:r>
            <a:endParaRPr/>
          </a:p>
        </p:txBody>
      </p:sp>
      <p:sp>
        <p:nvSpPr>
          <p:cNvPr id="1711" name="Google Shape;1711;p68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Indicatorii ne-au ajutat să înțelegem eficiența botului.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Puncte Medii: O medie mai mare indică o strategie mai bună.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Swap-uri Medii: Mai puține swap-uri pentru același scor sugerează o eficiență sporită.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Swap-uri Medii (10.000p): Această metrică arată cât de eficient este botul în jocurile de succes.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69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Testarea unitară</a:t>
            </a:r>
            <a:endParaRPr/>
          </a:p>
        </p:txBody>
      </p:sp>
      <p:sp>
        <p:nvSpPr>
          <p:cNvPr id="1717" name="Google Shape;1717;p69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Am asigurat fiabilitatea codului prin teste unitare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Generare Tablă: Teste pentru a verifica dacă tablele de joc sunt generate corect.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Implementare Gravitațională: Teste pentru a ne asigura că bomboanele cad corect.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Detecție Formațiuni: Teste pentru a verifica acuratețea detectării combinațiilor.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70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Colectarea și analiza datelor</a:t>
            </a:r>
            <a:endParaRPr/>
          </a:p>
        </p:txBody>
      </p:sp>
      <p:sp>
        <p:nvSpPr>
          <p:cNvPr id="1723" name="Google Shape;1723;p70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Rezultatele au fost stocate pentru analiză detaliată.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Format CSV: Am salvat toate datele într-un format CSV ușor de utilizat.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Analiză: Utilizând aceste date, putem explora performanța botului, identifica punctele forte și zonele care necesită îmbunătățiri.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71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Probleme întâmpinate la crearea botului</a:t>
            </a:r>
            <a:endParaRPr/>
          </a:p>
        </p:txBody>
      </p:sp>
      <p:sp>
        <p:nvSpPr>
          <p:cNvPr id="1729" name="Google Shape;1729;p71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Crearea botului a avut câteva dificultăți importante.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Algoritmi rapizi: A fost greu să găsim metode rapide de a vedea combinațiile posibile.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Reacții în lanț: Trebuia asigurat faptul că reacțiile după fiecare mutare sunt corecte.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Testare atentă: Am verificat dacă botul funcționează bine în multe situații diferite din joc.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72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Îmbunătățiri și îmbunătățiri viitoare</a:t>
            </a:r>
            <a:endParaRPr/>
          </a:p>
        </p:txBody>
      </p:sp>
      <p:sp>
        <p:nvSpPr>
          <p:cNvPr id="1735" name="Google Shape;1735;p72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Îmbunătățirile sunt mereu pe drum!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Strategii Avansate: Implementarea unor strategii mai sofisticate pentru a maximiza scorul.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Învățare Automată: Antrenarea botului folosind algoritmi de învățare automată pentru a se adapta și a îmbunătăți performanța în timp.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Interfețe cu Utilizatorul: Crearea unei interfețe grafice prietenoase pentru a interacționa mai ușor cu botul.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73"/>
          <p:cNvSpPr txBox="1"/>
          <p:nvPr>
            <p:ph type="ctrTitle"/>
          </p:nvPr>
        </p:nvSpPr>
        <p:spPr>
          <a:xfrm>
            <a:off x="378000" y="345600"/>
            <a:ext cx="83916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Principalele învățăminte din proiect</a:t>
            </a:r>
            <a:endParaRPr/>
          </a:p>
        </p:txBody>
      </p:sp>
      <p:sp>
        <p:nvSpPr>
          <p:cNvPr id="1741" name="Google Shape;1741;p73"/>
          <p:cNvSpPr txBox="1"/>
          <p:nvPr>
            <p:ph idx="1" type="body"/>
          </p:nvPr>
        </p:nvSpPr>
        <p:spPr>
          <a:xfrm>
            <a:off x="378000" y="1026000"/>
            <a:ext cx="8391600" cy="3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Ce am învățat din această aventură?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Importanța Algoritmilor: Algoritmii eficienți sunt cruciali pentru performanța optimă.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Testarea Riguroasă: Testarea amănunțită este esențială pentru identificarea și corectarea erorilor.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o"/>
              <a:t>Perseverența: Rezolvarea problemelor complexe necesită răbdare și determinare.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74"/>
          <p:cNvSpPr txBox="1"/>
          <p:nvPr>
            <p:ph type="ctrTitle"/>
          </p:nvPr>
        </p:nvSpPr>
        <p:spPr>
          <a:xfrm>
            <a:off x="1375200" y="604713"/>
            <a:ext cx="6393600" cy="5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Concluzie și întrebări și răspunsuri</a:t>
            </a:r>
            <a:endParaRPr/>
          </a:p>
        </p:txBody>
      </p:sp>
      <p:sp>
        <p:nvSpPr>
          <p:cNvPr id="1747" name="Google Shape;1747;p74"/>
          <p:cNvSpPr txBox="1"/>
          <p:nvPr>
            <p:ph idx="1" type="body"/>
          </p:nvPr>
        </p:nvSpPr>
        <p:spPr>
          <a:xfrm>
            <a:off x="1375200" y="1430477"/>
            <a:ext cx="6393600" cy="31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o"/>
              <a:t>În concluzie, crearea unui bot de Candy Crush în Python a fost o experiență de învățare valoroasă, plină de provocări și satisfacții.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yber Wav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11DCA"/>
      </a:accent1>
      <a:accent2>
        <a:srgbClr val="E9045F"/>
      </a:accent2>
      <a:accent3>
        <a:srgbClr val="000000"/>
      </a:accent3>
      <a:accent4>
        <a:srgbClr val="FFFFFF"/>
      </a:accent4>
      <a:accent5>
        <a:srgbClr val="00FF00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